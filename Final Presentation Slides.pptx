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62" r:id="rId3"/>
    <p:sldId id="256" r:id="rId4"/>
    <p:sldId id="257" r:id="rId5"/>
    <p:sldId id="258" r:id="rId6"/>
    <p:sldId id="259" r:id="rId7"/>
    <p:sldId id="260" r:id="rId8"/>
    <p:sldId id="269" r:id="rId9"/>
    <p:sldId id="270" r:id="rId10"/>
    <p:sldId id="263" r:id="rId11"/>
    <p:sldId id="265" r:id="rId12"/>
  </p:sldIdLst>
  <p:sldSz cx="9144000" cy="6858000" type="screen4x3"/>
  <p:notesSz cx="6858000" cy="9144000"/>
  <p:defaultTextStyle>
    <a:defPPr>
      <a:defRPr lang="en-US"/>
    </a:defPPr>
    <a:lvl1pPr marL="0" lvl="0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1pPr>
    <a:lvl2pPr marL="457200" lvl="1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2pPr>
    <a:lvl3pPr marL="914400" lvl="2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3pPr>
    <a:lvl4pPr marL="1371600" lvl="3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4pPr>
    <a:lvl5pPr marL="1828800" lvl="4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80"/>
      </p:guideLst>
    </p:cSldViewPr>
  </p:slideViewPr>
  <p:gridSpacing cx="71999" cy="719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051" name="Rectangle 3"/>
          <p:cNvSpPr/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052" name="Rectangle 4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3" name="Rectangle 5"/>
          <p:cNvSpPr/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54" name="Rectangle 6"/>
          <p:cNvSpPr/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055" name="Rectangle 7"/>
          <p:cNvSpPr/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056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057" name="Rectangle 3"/>
          <p:cNvSpPr/>
          <p:nvPr>
            <p:ph type="dt" idx="1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058" name="Rectangle 4"/>
          <p:cNvSpPr/>
          <p:nvPr>
            <p:ph type="sldImg" idx="1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9" name="Rectangle 5"/>
          <p:cNvSpPr/>
          <p:nvPr>
            <p:ph type="body" sz="quarter" idx="1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60" name="Rectangle 6"/>
          <p:cNvSpPr/>
          <p:nvPr>
            <p:ph type="ftr" sz="quarter" idx="1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061" name="Rectangle 7"/>
          <p:cNvSpPr/>
          <p:nvPr>
            <p:ph type="sldNum" sz="quarter" idx="1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062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063" name="Rectangle 3"/>
          <p:cNvSpPr/>
          <p:nvPr>
            <p:ph type="dt" idx="2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064" name="Rectangle 4"/>
          <p:cNvSpPr/>
          <p:nvPr>
            <p:ph type="sldImg" idx="2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65" name="Rectangle 5"/>
          <p:cNvSpPr/>
          <p:nvPr>
            <p:ph type="body" sz="quarter" idx="2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66" name="Rectangle 6"/>
          <p:cNvSpPr/>
          <p:nvPr>
            <p:ph type="ftr" sz="quarter" idx="2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067" name="Rectangle 7"/>
          <p:cNvSpPr/>
          <p:nvPr>
            <p:ph type="sldNum" sz="quarter" idx="2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068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069" name="Rectangle 3"/>
          <p:cNvSpPr/>
          <p:nvPr>
            <p:ph type="dt" idx="3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070" name="Rectangle 4"/>
          <p:cNvSpPr/>
          <p:nvPr>
            <p:ph type="sldImg" idx="3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71" name="Rectangle 5"/>
          <p:cNvSpPr/>
          <p:nvPr>
            <p:ph type="body" sz="quarter" idx="3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72" name="Rectangle 6"/>
          <p:cNvSpPr/>
          <p:nvPr>
            <p:ph type="ftr" sz="quarter" idx="3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073" name="Rectangle 7"/>
          <p:cNvSpPr/>
          <p:nvPr>
            <p:ph type="sldNum" sz="quarter" idx="3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074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075" name="Rectangle 3"/>
          <p:cNvSpPr/>
          <p:nvPr>
            <p:ph type="dt" idx="4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076" name="Rectangle 4"/>
          <p:cNvSpPr/>
          <p:nvPr>
            <p:ph type="sldImg" idx="4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77" name="Rectangle 5"/>
          <p:cNvSpPr/>
          <p:nvPr>
            <p:ph type="body" sz="quarter" idx="4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78" name="Rectangle 6"/>
          <p:cNvSpPr/>
          <p:nvPr>
            <p:ph type="ftr" sz="quarter" idx="4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079" name="Rectangle 7"/>
          <p:cNvSpPr/>
          <p:nvPr>
            <p:ph type="sldNum" sz="quarter" idx="4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080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081" name="Rectangle 3"/>
          <p:cNvSpPr/>
          <p:nvPr>
            <p:ph type="dt" idx="5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082" name="Rectangle 4"/>
          <p:cNvSpPr/>
          <p:nvPr>
            <p:ph type="sldImg" idx="5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83" name="Rectangle 5"/>
          <p:cNvSpPr/>
          <p:nvPr>
            <p:ph type="body" sz="quarter" idx="5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84" name="Rectangle 6"/>
          <p:cNvSpPr/>
          <p:nvPr>
            <p:ph type="ftr" sz="quarter" idx="5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085" name="Rectangle 7"/>
          <p:cNvSpPr/>
          <p:nvPr>
            <p:ph type="sldNum" sz="quarter" idx="5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086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087" name="Rectangle 3"/>
          <p:cNvSpPr/>
          <p:nvPr>
            <p:ph type="dt" idx="6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088" name="Rectangle 4"/>
          <p:cNvSpPr/>
          <p:nvPr>
            <p:ph type="sldImg" idx="6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89" name="Rectangle 5"/>
          <p:cNvSpPr/>
          <p:nvPr>
            <p:ph type="body" sz="quarter" idx="6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90" name="Rectangle 6"/>
          <p:cNvSpPr/>
          <p:nvPr>
            <p:ph type="ftr" sz="quarter" idx="6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091" name="Rectangle 7"/>
          <p:cNvSpPr/>
          <p:nvPr>
            <p:ph type="sldNum" sz="quarter" idx="6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092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093" name="Rectangle 3"/>
          <p:cNvSpPr/>
          <p:nvPr>
            <p:ph type="dt" idx="7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094" name="Rectangle 4"/>
          <p:cNvSpPr/>
          <p:nvPr>
            <p:ph type="sldImg" idx="7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95" name="Rectangle 5"/>
          <p:cNvSpPr/>
          <p:nvPr>
            <p:ph type="body" sz="quarter" idx="7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96" name="Rectangle 6"/>
          <p:cNvSpPr/>
          <p:nvPr>
            <p:ph type="ftr" sz="quarter" idx="7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097" name="Rectangle 7"/>
          <p:cNvSpPr/>
          <p:nvPr>
            <p:ph type="sldNum" sz="quarter" idx="7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098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099" name="Rectangle 3"/>
          <p:cNvSpPr/>
          <p:nvPr>
            <p:ph type="dt" idx="8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100" name="Rectangle 4"/>
          <p:cNvSpPr/>
          <p:nvPr>
            <p:ph type="sldImg" idx="8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01" name="Rectangle 5"/>
          <p:cNvSpPr/>
          <p:nvPr>
            <p:ph type="body" sz="quarter" idx="8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102" name="Rectangle 6"/>
          <p:cNvSpPr/>
          <p:nvPr>
            <p:ph type="ftr" sz="quarter" idx="8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103" name="Rectangle 7"/>
          <p:cNvSpPr/>
          <p:nvPr>
            <p:ph type="sldNum" sz="quarter" idx="8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104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105" name="Rectangle 3"/>
          <p:cNvSpPr/>
          <p:nvPr>
            <p:ph type="dt" idx="9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106" name="Rectangle 4"/>
          <p:cNvSpPr/>
          <p:nvPr>
            <p:ph type="sldImg" idx="9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07" name="Rectangle 5"/>
          <p:cNvSpPr/>
          <p:nvPr>
            <p:ph type="body" sz="quarter" idx="9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108" name="Rectangle 6"/>
          <p:cNvSpPr/>
          <p:nvPr>
            <p:ph type="ftr" sz="quarter" idx="9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109" name="Rectangle 7"/>
          <p:cNvSpPr/>
          <p:nvPr>
            <p:ph type="sldNum" sz="quarter" idx="9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110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111" name="Rectangle 3"/>
          <p:cNvSpPr/>
          <p:nvPr>
            <p:ph type="dt" idx="10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112" name="Rectangle 4"/>
          <p:cNvSpPr/>
          <p:nvPr>
            <p:ph type="sldImg" idx="10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13" name="Rectangle 5"/>
          <p:cNvSpPr/>
          <p:nvPr>
            <p:ph type="body" sz="quarter" idx="10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114" name="Rectangle 6"/>
          <p:cNvSpPr/>
          <p:nvPr>
            <p:ph type="ftr" sz="quarter" idx="10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115" name="Rectangle 7"/>
          <p:cNvSpPr/>
          <p:nvPr>
            <p:ph type="sldNum" sz="quarter" idx="10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116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117" name="Rectangle 3"/>
          <p:cNvSpPr/>
          <p:nvPr>
            <p:ph type="dt" idx="11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118" name="Rectangle 4"/>
          <p:cNvSpPr/>
          <p:nvPr>
            <p:ph type="sldImg" idx="11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19" name="Rectangle 5"/>
          <p:cNvSpPr/>
          <p:nvPr>
            <p:ph type="body" sz="quarter" idx="11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120" name="Rectangle 6"/>
          <p:cNvSpPr/>
          <p:nvPr>
            <p:ph type="ftr" sz="quarter" idx="11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121" name="Rectangle 7"/>
          <p:cNvSpPr/>
          <p:nvPr>
            <p:ph type="sldNum" sz="quarter" idx="11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122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123" name="Rectangle 3"/>
          <p:cNvSpPr/>
          <p:nvPr>
            <p:ph type="dt" idx="12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124" name="Rectangle 4"/>
          <p:cNvSpPr/>
          <p:nvPr>
            <p:ph type="sldImg" idx="12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25" name="Rectangle 5"/>
          <p:cNvSpPr/>
          <p:nvPr>
            <p:ph type="body" sz="quarter" idx="12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126" name="Rectangle 6"/>
          <p:cNvSpPr/>
          <p:nvPr>
            <p:ph type="ftr" sz="quarter" idx="12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127" name="Rectangle 7"/>
          <p:cNvSpPr/>
          <p:nvPr>
            <p:ph type="sldNum" sz="quarter" idx="12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128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129" name="Rectangle 3"/>
          <p:cNvSpPr/>
          <p:nvPr>
            <p:ph type="dt" idx="13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130" name="Rectangle 4"/>
          <p:cNvSpPr/>
          <p:nvPr>
            <p:ph type="sldImg" idx="13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31" name="Rectangle 5"/>
          <p:cNvSpPr/>
          <p:nvPr>
            <p:ph type="body" sz="quarter" idx="13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132" name="Rectangle 6"/>
          <p:cNvSpPr/>
          <p:nvPr>
            <p:ph type="ftr" sz="quarter" idx="13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133" name="Rectangle 7"/>
          <p:cNvSpPr/>
          <p:nvPr>
            <p:ph type="sldNum" sz="quarter" idx="13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134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135" name="Rectangle 3"/>
          <p:cNvSpPr/>
          <p:nvPr>
            <p:ph type="dt" idx="14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136" name="Rectangle 4"/>
          <p:cNvSpPr/>
          <p:nvPr>
            <p:ph type="sldImg" idx="14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37" name="Rectangle 5"/>
          <p:cNvSpPr/>
          <p:nvPr>
            <p:ph type="body" sz="quarter" idx="14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138" name="Rectangle 6"/>
          <p:cNvSpPr/>
          <p:nvPr>
            <p:ph type="ftr" sz="quarter" idx="14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139" name="Rectangle 7"/>
          <p:cNvSpPr/>
          <p:nvPr>
            <p:ph type="sldNum" sz="quarter" idx="14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140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141" name="Rectangle 3"/>
          <p:cNvSpPr/>
          <p:nvPr>
            <p:ph type="dt" idx="15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142" name="Rectangle 4"/>
          <p:cNvSpPr/>
          <p:nvPr>
            <p:ph type="sldImg" idx="15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43" name="Rectangle 5"/>
          <p:cNvSpPr/>
          <p:nvPr>
            <p:ph type="body" sz="quarter" idx="15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144" name="Rectangle 6"/>
          <p:cNvSpPr/>
          <p:nvPr>
            <p:ph type="ftr" sz="quarter" idx="15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145" name="Rectangle 7"/>
          <p:cNvSpPr/>
          <p:nvPr>
            <p:ph type="sldNum" sz="quarter" idx="15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146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147" name="Rectangle 3"/>
          <p:cNvSpPr/>
          <p:nvPr>
            <p:ph type="dt" idx="16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148" name="Rectangle 4"/>
          <p:cNvSpPr/>
          <p:nvPr>
            <p:ph type="sldImg" idx="16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49" name="Rectangle 5"/>
          <p:cNvSpPr/>
          <p:nvPr>
            <p:ph type="body" sz="quarter" idx="16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150" name="Rectangle 6"/>
          <p:cNvSpPr/>
          <p:nvPr>
            <p:ph type="ftr" sz="quarter" idx="16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151" name="Rectangle 7"/>
          <p:cNvSpPr/>
          <p:nvPr>
            <p:ph type="sldNum" sz="quarter" idx="16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152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153" name="Rectangle 3"/>
          <p:cNvSpPr/>
          <p:nvPr>
            <p:ph type="dt" idx="17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154" name="Rectangle 4"/>
          <p:cNvSpPr/>
          <p:nvPr>
            <p:ph type="sldImg" idx="17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55" name="Rectangle 5"/>
          <p:cNvSpPr/>
          <p:nvPr>
            <p:ph type="body" sz="quarter" idx="17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156" name="Rectangle 6"/>
          <p:cNvSpPr/>
          <p:nvPr>
            <p:ph type="ftr" sz="quarter" idx="17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157" name="Rectangle 7"/>
          <p:cNvSpPr/>
          <p:nvPr>
            <p:ph type="sldNum" sz="quarter" idx="17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158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159" name="Rectangle 3"/>
          <p:cNvSpPr/>
          <p:nvPr>
            <p:ph type="dt" idx="18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160" name="Rectangle 4"/>
          <p:cNvSpPr/>
          <p:nvPr>
            <p:ph type="sldImg" idx="18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61" name="Rectangle 5"/>
          <p:cNvSpPr/>
          <p:nvPr>
            <p:ph type="body" sz="quarter" idx="18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162" name="Rectangle 6"/>
          <p:cNvSpPr/>
          <p:nvPr>
            <p:ph type="ftr" sz="quarter" idx="18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163" name="Rectangle 7"/>
          <p:cNvSpPr/>
          <p:nvPr>
            <p:ph type="sldNum" sz="quarter" idx="18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164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165" name="Rectangle 3"/>
          <p:cNvSpPr/>
          <p:nvPr>
            <p:ph type="dt" idx="19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166" name="Rectangle 4"/>
          <p:cNvSpPr/>
          <p:nvPr>
            <p:ph type="sldImg" idx="19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67" name="Rectangle 5"/>
          <p:cNvSpPr/>
          <p:nvPr>
            <p:ph type="body" sz="quarter" idx="19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168" name="Rectangle 6"/>
          <p:cNvSpPr/>
          <p:nvPr>
            <p:ph type="ftr" sz="quarter" idx="19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169" name="Rectangle 7"/>
          <p:cNvSpPr/>
          <p:nvPr>
            <p:ph type="sldNum" sz="quarter" idx="19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170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171" name="Rectangle 3"/>
          <p:cNvSpPr/>
          <p:nvPr>
            <p:ph type="dt" idx="20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172" name="Rectangle 4"/>
          <p:cNvSpPr/>
          <p:nvPr>
            <p:ph type="sldImg" idx="20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73" name="Rectangle 5"/>
          <p:cNvSpPr/>
          <p:nvPr>
            <p:ph type="body" sz="quarter" idx="20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174" name="Rectangle 6"/>
          <p:cNvSpPr/>
          <p:nvPr>
            <p:ph type="ftr" sz="quarter" idx="20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175" name="Rectangle 7"/>
          <p:cNvSpPr/>
          <p:nvPr>
            <p:ph type="sldNum" sz="quarter" idx="20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176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177" name="Rectangle 3"/>
          <p:cNvSpPr/>
          <p:nvPr>
            <p:ph type="dt" idx="21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178" name="Rectangle 4"/>
          <p:cNvSpPr/>
          <p:nvPr>
            <p:ph type="sldImg" idx="21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79" name="Rectangle 5"/>
          <p:cNvSpPr/>
          <p:nvPr>
            <p:ph type="body" sz="quarter" idx="21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180" name="Rectangle 6"/>
          <p:cNvSpPr/>
          <p:nvPr>
            <p:ph type="ftr" sz="quarter" idx="21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181" name="Rectangle 7"/>
          <p:cNvSpPr/>
          <p:nvPr>
            <p:ph type="sldNum" sz="quarter" idx="21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182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183" name="Rectangle 3"/>
          <p:cNvSpPr/>
          <p:nvPr>
            <p:ph type="dt" idx="22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184" name="Rectangle 4"/>
          <p:cNvSpPr/>
          <p:nvPr>
            <p:ph type="sldImg" idx="22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85" name="Rectangle 5"/>
          <p:cNvSpPr/>
          <p:nvPr>
            <p:ph type="body" sz="quarter" idx="22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186" name="Rectangle 6"/>
          <p:cNvSpPr/>
          <p:nvPr>
            <p:ph type="ftr" sz="quarter" idx="22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187" name="Rectangle 7"/>
          <p:cNvSpPr/>
          <p:nvPr>
            <p:ph type="sldNum" sz="quarter" idx="22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188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189" name="Rectangle 3"/>
          <p:cNvSpPr/>
          <p:nvPr>
            <p:ph type="dt" idx="23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190" name="Rectangle 4"/>
          <p:cNvSpPr/>
          <p:nvPr>
            <p:ph type="sldImg" idx="23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91" name="Rectangle 5"/>
          <p:cNvSpPr/>
          <p:nvPr>
            <p:ph type="body" sz="quarter" idx="23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192" name="Rectangle 6"/>
          <p:cNvSpPr/>
          <p:nvPr>
            <p:ph type="ftr" sz="quarter" idx="23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193" name="Rectangle 7"/>
          <p:cNvSpPr/>
          <p:nvPr>
            <p:ph type="sldNum" sz="quarter" idx="23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194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195" name="Rectangle 3"/>
          <p:cNvSpPr/>
          <p:nvPr>
            <p:ph type="dt" idx="24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196" name="Rectangle 4"/>
          <p:cNvSpPr/>
          <p:nvPr>
            <p:ph type="sldImg" idx="24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97" name="Rectangle 5"/>
          <p:cNvSpPr/>
          <p:nvPr>
            <p:ph type="body" sz="quarter" idx="24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198" name="Rectangle 6"/>
          <p:cNvSpPr/>
          <p:nvPr>
            <p:ph type="ftr" sz="quarter" idx="24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199" name="Rectangle 7"/>
          <p:cNvSpPr/>
          <p:nvPr>
            <p:ph type="sldNum" sz="quarter" idx="24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200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201" name="Rectangle 3"/>
          <p:cNvSpPr/>
          <p:nvPr>
            <p:ph type="dt" idx="25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202" name="Rectangle 4"/>
          <p:cNvSpPr/>
          <p:nvPr>
            <p:ph type="sldImg" idx="25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03" name="Rectangle 5"/>
          <p:cNvSpPr/>
          <p:nvPr>
            <p:ph type="body" sz="quarter" idx="25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04" name="Rectangle 6"/>
          <p:cNvSpPr/>
          <p:nvPr>
            <p:ph type="ftr" sz="quarter" idx="25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205" name="Rectangle 7"/>
          <p:cNvSpPr/>
          <p:nvPr>
            <p:ph type="sldNum" sz="quarter" idx="25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206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207" name="Rectangle 3"/>
          <p:cNvSpPr/>
          <p:nvPr>
            <p:ph type="dt" idx="26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208" name="Rectangle 4"/>
          <p:cNvSpPr/>
          <p:nvPr>
            <p:ph type="sldImg" idx="26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09" name="Rectangle 5"/>
          <p:cNvSpPr/>
          <p:nvPr>
            <p:ph type="body" sz="quarter" idx="26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10" name="Rectangle 6"/>
          <p:cNvSpPr/>
          <p:nvPr>
            <p:ph type="ftr" sz="quarter" idx="26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211" name="Rectangle 7"/>
          <p:cNvSpPr/>
          <p:nvPr>
            <p:ph type="sldNum" sz="quarter" idx="26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212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213" name="Rectangle 3"/>
          <p:cNvSpPr/>
          <p:nvPr>
            <p:ph type="dt" idx="27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214" name="Rectangle 4"/>
          <p:cNvSpPr/>
          <p:nvPr>
            <p:ph type="sldImg" idx="27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15" name="Rectangle 5"/>
          <p:cNvSpPr/>
          <p:nvPr>
            <p:ph type="body" sz="quarter" idx="27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16" name="Rectangle 6"/>
          <p:cNvSpPr/>
          <p:nvPr>
            <p:ph type="ftr" sz="quarter" idx="27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217" name="Rectangle 7"/>
          <p:cNvSpPr/>
          <p:nvPr>
            <p:ph type="sldNum" sz="quarter" idx="27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218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219" name="Rectangle 3"/>
          <p:cNvSpPr/>
          <p:nvPr>
            <p:ph type="dt" idx="28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220" name="Rectangle 4"/>
          <p:cNvSpPr/>
          <p:nvPr>
            <p:ph type="sldImg" idx="28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21" name="Rectangle 5"/>
          <p:cNvSpPr/>
          <p:nvPr>
            <p:ph type="body" sz="quarter" idx="28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22" name="Rectangle 6"/>
          <p:cNvSpPr/>
          <p:nvPr>
            <p:ph type="ftr" sz="quarter" idx="28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223" name="Rectangle 7"/>
          <p:cNvSpPr/>
          <p:nvPr>
            <p:ph type="sldNum" sz="quarter" idx="28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224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225" name="Rectangle 3"/>
          <p:cNvSpPr/>
          <p:nvPr>
            <p:ph type="dt" idx="29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226" name="Rectangle 4"/>
          <p:cNvSpPr/>
          <p:nvPr>
            <p:ph type="sldImg" idx="29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27" name="Rectangle 5"/>
          <p:cNvSpPr/>
          <p:nvPr>
            <p:ph type="body" sz="quarter" idx="29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28" name="Rectangle 6"/>
          <p:cNvSpPr/>
          <p:nvPr>
            <p:ph type="ftr" sz="quarter" idx="29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229" name="Rectangle 7"/>
          <p:cNvSpPr/>
          <p:nvPr>
            <p:ph type="sldNum" sz="quarter" idx="29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230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231" name="Rectangle 3"/>
          <p:cNvSpPr/>
          <p:nvPr>
            <p:ph type="dt" idx="30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232" name="Rectangle 4"/>
          <p:cNvSpPr/>
          <p:nvPr>
            <p:ph type="sldImg" idx="30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33" name="Rectangle 5"/>
          <p:cNvSpPr/>
          <p:nvPr>
            <p:ph type="body" sz="quarter" idx="30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34" name="Rectangle 6"/>
          <p:cNvSpPr/>
          <p:nvPr>
            <p:ph type="ftr" sz="quarter" idx="30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235" name="Rectangle 7"/>
          <p:cNvSpPr/>
          <p:nvPr>
            <p:ph type="sldNum" sz="quarter" idx="30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236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237" name="Rectangle 3"/>
          <p:cNvSpPr/>
          <p:nvPr>
            <p:ph type="dt" idx="31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238" name="Rectangle 4"/>
          <p:cNvSpPr/>
          <p:nvPr>
            <p:ph type="sldImg" idx="31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39" name="Rectangle 5"/>
          <p:cNvSpPr/>
          <p:nvPr>
            <p:ph type="body" sz="quarter" idx="31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40" name="Rectangle 6"/>
          <p:cNvSpPr/>
          <p:nvPr>
            <p:ph type="ftr" sz="quarter" idx="31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241" name="Rectangle 7"/>
          <p:cNvSpPr/>
          <p:nvPr>
            <p:ph type="sldNum" sz="quarter" idx="31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242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243" name="Rectangle 3"/>
          <p:cNvSpPr/>
          <p:nvPr>
            <p:ph type="dt" idx="32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244" name="Rectangle 4"/>
          <p:cNvSpPr/>
          <p:nvPr>
            <p:ph type="sldImg" idx="32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45" name="Rectangle 5"/>
          <p:cNvSpPr/>
          <p:nvPr>
            <p:ph type="body" sz="quarter" idx="32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46" name="Rectangle 6"/>
          <p:cNvSpPr/>
          <p:nvPr>
            <p:ph type="ftr" sz="quarter" idx="32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247" name="Rectangle 7"/>
          <p:cNvSpPr/>
          <p:nvPr>
            <p:ph type="sldNum" sz="quarter" idx="32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248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249" name="Rectangle 3"/>
          <p:cNvSpPr/>
          <p:nvPr>
            <p:ph type="dt" idx="33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250" name="Rectangle 4"/>
          <p:cNvSpPr/>
          <p:nvPr>
            <p:ph type="sldImg" idx="33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51" name="Rectangle 5"/>
          <p:cNvSpPr/>
          <p:nvPr>
            <p:ph type="body" sz="quarter" idx="33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52" name="Rectangle 6"/>
          <p:cNvSpPr/>
          <p:nvPr>
            <p:ph type="ftr" sz="quarter" idx="33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253" name="Rectangle 7"/>
          <p:cNvSpPr/>
          <p:nvPr>
            <p:ph type="sldNum" sz="quarter" idx="33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254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255" name="Rectangle 3"/>
          <p:cNvSpPr/>
          <p:nvPr>
            <p:ph type="dt" idx="34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256" name="Rectangle 4"/>
          <p:cNvSpPr/>
          <p:nvPr>
            <p:ph type="sldImg" idx="34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57" name="Rectangle 5"/>
          <p:cNvSpPr/>
          <p:nvPr>
            <p:ph type="body" sz="quarter" idx="34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58" name="Rectangle 6"/>
          <p:cNvSpPr/>
          <p:nvPr>
            <p:ph type="ftr" sz="quarter" idx="34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259" name="Rectangle 7"/>
          <p:cNvSpPr/>
          <p:nvPr>
            <p:ph type="sldNum" sz="quarter" idx="34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260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261" name="Rectangle 3"/>
          <p:cNvSpPr/>
          <p:nvPr>
            <p:ph type="dt" idx="35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262" name="Rectangle 4"/>
          <p:cNvSpPr/>
          <p:nvPr>
            <p:ph type="sldImg" idx="35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63" name="Rectangle 5"/>
          <p:cNvSpPr/>
          <p:nvPr>
            <p:ph type="body" sz="quarter" idx="35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64" name="Rectangle 6"/>
          <p:cNvSpPr/>
          <p:nvPr>
            <p:ph type="ftr" sz="quarter" idx="35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265" name="Rectangle 7"/>
          <p:cNvSpPr/>
          <p:nvPr>
            <p:ph type="sldNum" sz="quarter" idx="35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266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267" name="Rectangle 3"/>
          <p:cNvSpPr/>
          <p:nvPr>
            <p:ph type="dt" idx="36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268" name="Rectangle 4"/>
          <p:cNvSpPr/>
          <p:nvPr>
            <p:ph type="sldImg" idx="36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69" name="Rectangle 5"/>
          <p:cNvSpPr/>
          <p:nvPr>
            <p:ph type="body" sz="quarter" idx="36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70" name="Rectangle 6"/>
          <p:cNvSpPr/>
          <p:nvPr>
            <p:ph type="ftr" sz="quarter" idx="36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271" name="Rectangle 7"/>
          <p:cNvSpPr/>
          <p:nvPr>
            <p:ph type="sldNum" sz="quarter" idx="36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272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273" name="Rectangle 3"/>
          <p:cNvSpPr/>
          <p:nvPr>
            <p:ph type="dt" idx="37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274" name="Rectangle 4"/>
          <p:cNvSpPr/>
          <p:nvPr>
            <p:ph type="sldImg" idx="37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75" name="Rectangle 5"/>
          <p:cNvSpPr/>
          <p:nvPr>
            <p:ph type="body" sz="quarter" idx="37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76" name="Rectangle 6"/>
          <p:cNvSpPr/>
          <p:nvPr>
            <p:ph type="ftr" sz="quarter" idx="37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277" name="Rectangle 7"/>
          <p:cNvSpPr/>
          <p:nvPr>
            <p:ph type="sldNum" sz="quarter" idx="37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278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279" name="Rectangle 3"/>
          <p:cNvSpPr/>
          <p:nvPr>
            <p:ph type="dt" idx="38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280" name="Rectangle 4"/>
          <p:cNvSpPr/>
          <p:nvPr>
            <p:ph type="sldImg" idx="38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81" name="Rectangle 5"/>
          <p:cNvSpPr/>
          <p:nvPr>
            <p:ph type="body" sz="quarter" idx="38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82" name="Rectangle 6"/>
          <p:cNvSpPr/>
          <p:nvPr>
            <p:ph type="ftr" sz="quarter" idx="38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283" name="Rectangle 7"/>
          <p:cNvSpPr/>
          <p:nvPr>
            <p:ph type="sldNum" sz="quarter" idx="38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284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285" name="Rectangle 3"/>
          <p:cNvSpPr/>
          <p:nvPr>
            <p:ph type="dt" idx="39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286" name="Rectangle 4"/>
          <p:cNvSpPr/>
          <p:nvPr>
            <p:ph type="sldImg" idx="39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87" name="Rectangle 5"/>
          <p:cNvSpPr/>
          <p:nvPr>
            <p:ph type="body" sz="quarter" idx="39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88" name="Rectangle 6"/>
          <p:cNvSpPr/>
          <p:nvPr>
            <p:ph type="ftr" sz="quarter" idx="39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289" name="Rectangle 7"/>
          <p:cNvSpPr/>
          <p:nvPr>
            <p:ph type="sldNum" sz="quarter" idx="39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290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291" name="Rectangle 3"/>
          <p:cNvSpPr/>
          <p:nvPr>
            <p:ph type="dt" idx="40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292" name="Rectangle 4"/>
          <p:cNvSpPr/>
          <p:nvPr>
            <p:ph type="sldImg" idx="40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93" name="Rectangle 5"/>
          <p:cNvSpPr/>
          <p:nvPr>
            <p:ph type="body" sz="quarter" idx="40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94" name="Rectangle 6"/>
          <p:cNvSpPr/>
          <p:nvPr>
            <p:ph type="ftr" sz="quarter" idx="40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295" name="Rectangle 7"/>
          <p:cNvSpPr/>
          <p:nvPr>
            <p:ph type="sldNum" sz="quarter" idx="40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296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297" name="Rectangle 3"/>
          <p:cNvSpPr/>
          <p:nvPr>
            <p:ph type="dt" idx="41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298" name="Rectangle 4"/>
          <p:cNvSpPr/>
          <p:nvPr>
            <p:ph type="sldImg" idx="41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99" name="Rectangle 5"/>
          <p:cNvSpPr/>
          <p:nvPr>
            <p:ph type="body" sz="quarter" idx="41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300" name="Rectangle 6"/>
          <p:cNvSpPr/>
          <p:nvPr>
            <p:ph type="ftr" sz="quarter" idx="41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301" name="Rectangle 7"/>
          <p:cNvSpPr/>
          <p:nvPr>
            <p:ph type="sldNum" sz="quarter" idx="41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302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303" name="Rectangle 3"/>
          <p:cNvSpPr/>
          <p:nvPr>
            <p:ph type="dt" idx="42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304" name="Rectangle 4"/>
          <p:cNvSpPr/>
          <p:nvPr>
            <p:ph type="sldImg" idx="42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305" name="Rectangle 5"/>
          <p:cNvSpPr/>
          <p:nvPr>
            <p:ph type="body" sz="quarter" idx="42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306" name="Rectangle 6"/>
          <p:cNvSpPr/>
          <p:nvPr>
            <p:ph type="ftr" sz="quarter" idx="42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307" name="Rectangle 7"/>
          <p:cNvSpPr/>
          <p:nvPr>
            <p:ph type="sldNum" sz="quarter" idx="42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308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309" name="Rectangle 3"/>
          <p:cNvSpPr/>
          <p:nvPr>
            <p:ph type="dt" idx="43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310" name="Rectangle 4"/>
          <p:cNvSpPr/>
          <p:nvPr>
            <p:ph type="sldImg" idx="43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311" name="Rectangle 5"/>
          <p:cNvSpPr/>
          <p:nvPr>
            <p:ph type="body" sz="quarter" idx="43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312" name="Rectangle 6"/>
          <p:cNvSpPr/>
          <p:nvPr>
            <p:ph type="ftr" sz="quarter" idx="43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313" name="Rectangle 7"/>
          <p:cNvSpPr/>
          <p:nvPr>
            <p:ph type="sldNum" sz="quarter" idx="43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314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315" name="Rectangle 3"/>
          <p:cNvSpPr/>
          <p:nvPr>
            <p:ph type="dt" idx="44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316" name="Rectangle 4"/>
          <p:cNvSpPr/>
          <p:nvPr>
            <p:ph type="sldImg" idx="44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317" name="Rectangle 5"/>
          <p:cNvSpPr/>
          <p:nvPr>
            <p:ph type="body" sz="quarter" idx="44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318" name="Rectangle 6"/>
          <p:cNvSpPr/>
          <p:nvPr>
            <p:ph type="ftr" sz="quarter" idx="44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319" name="Rectangle 7"/>
          <p:cNvSpPr/>
          <p:nvPr>
            <p:ph type="sldNum" sz="quarter" idx="44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320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321" name="Rectangle 3"/>
          <p:cNvSpPr/>
          <p:nvPr>
            <p:ph type="dt" idx="45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322" name="Rectangle 4"/>
          <p:cNvSpPr/>
          <p:nvPr>
            <p:ph type="sldImg" idx="45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323" name="Rectangle 5"/>
          <p:cNvSpPr/>
          <p:nvPr>
            <p:ph type="body" sz="quarter" idx="45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324" name="Rectangle 6"/>
          <p:cNvSpPr/>
          <p:nvPr>
            <p:ph type="ftr" sz="quarter" idx="45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325" name="Rectangle 7"/>
          <p:cNvSpPr/>
          <p:nvPr>
            <p:ph type="sldNum" sz="quarter" idx="45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326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327" name="Rectangle 3"/>
          <p:cNvSpPr/>
          <p:nvPr>
            <p:ph type="dt" idx="46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328" name="Rectangle 4"/>
          <p:cNvSpPr/>
          <p:nvPr>
            <p:ph type="sldImg" idx="46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329" name="Rectangle 5"/>
          <p:cNvSpPr/>
          <p:nvPr>
            <p:ph type="body" sz="quarter" idx="46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330" name="Rectangle 6"/>
          <p:cNvSpPr/>
          <p:nvPr>
            <p:ph type="ftr" sz="quarter" idx="46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331" name="Rectangle 7"/>
          <p:cNvSpPr/>
          <p:nvPr>
            <p:ph type="sldNum" sz="quarter" idx="46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332" name="Rectangle 2"/>
          <p:cNvSpPr/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sz="1200" dirty="0"/>
          </a:p>
        </p:txBody>
      </p:sp>
      <p:sp>
        <p:nvSpPr>
          <p:cNvPr id="2333" name="Rectangle 3"/>
          <p:cNvSpPr/>
          <p:nvPr>
            <p:ph type="dt" idx="47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endParaRPr lang="zh-CN" altLang="en-US" sz="1200" dirty="0"/>
          </a:p>
        </p:txBody>
      </p:sp>
      <p:sp>
        <p:nvSpPr>
          <p:cNvPr id="2334" name="Rectangle 4"/>
          <p:cNvSpPr/>
          <p:nvPr>
            <p:ph type="sldImg" idx="47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335" name="Rectangle 5"/>
          <p:cNvSpPr/>
          <p:nvPr>
            <p:ph type="body" sz="quarter" idx="47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336" name="Rectangle 6"/>
          <p:cNvSpPr/>
          <p:nvPr>
            <p:ph type="ftr" sz="quarter" idx="47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hangingPunct="1"/>
            <a:endParaRPr lang="en-US" altLang="x-none" sz="1200" dirty="0"/>
          </a:p>
        </p:txBody>
      </p:sp>
      <p:sp>
        <p:nvSpPr>
          <p:cNvPr id="2337" name="Rectangle 7"/>
          <p:cNvSpPr/>
          <p:nvPr>
            <p:ph type="sldNum" sz="quarter" idx="47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charset="0"/>
        <a:ea typeface="Arial" charset="0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charset="0"/>
        <a:ea typeface="Arial" charset="0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charset="0"/>
        <a:ea typeface="Arial" charset="0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charset="0"/>
        <a:ea typeface="Arial" charset="0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charset="0"/>
        <a:ea typeface="Arial" charset="0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charset="0"/>
        <a:ea typeface="Arial" charset="0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charset="0"/>
        <a:ea typeface="Arial" charset="0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charset="0"/>
        <a:ea typeface="Arial" charset="0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charset="0"/>
        <a:ea typeface="Arial" charset="0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/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</a:fld>
            <a:endParaRPr lang="zh-CN" altLang="en-US" dirty="0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</a:fld>
            <a:endParaRPr lang="zh-CN" altLang="en-US" dirty="0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</a:fld>
            <a:endParaRPr lang="zh-CN" altLang="en-US" dirty="0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/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/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/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</a:fld>
            <a:endParaRPr lang="zh-CN" altLang="en-US" dirty="0"/>
          </a:p>
        </p:txBody>
      </p:sp>
      <p:sp>
        <p:nvSpPr>
          <p:cNvPr id="6" name="页脚占位符 5"/>
          <p:cNvSpPr/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灯片编号占位符 6"/>
          <p:cNvSpPr/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/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/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/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/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</a:fld>
            <a:endParaRPr lang="zh-CN" altLang="en-US" dirty="0"/>
          </a:p>
        </p:txBody>
      </p:sp>
      <p:sp>
        <p:nvSpPr>
          <p:cNvPr id="8" name="页脚占位符 7"/>
          <p:cNvSpPr/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9" name="灯片编号占位符 8"/>
          <p:cNvSpPr/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/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</a:fld>
            <a:endParaRPr lang="zh-CN" altLang="en-US" dirty="0"/>
          </a:p>
        </p:txBody>
      </p:sp>
      <p:sp>
        <p:nvSpPr>
          <p:cNvPr id="4" name="页脚占位符 3"/>
          <p:cNvSpPr/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灯片编号占位符 4"/>
          <p:cNvSpPr/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</a:fld>
            <a:endParaRPr lang="zh-CN" altLang="en-US" dirty="0"/>
          </a:p>
        </p:txBody>
      </p:sp>
      <p:sp>
        <p:nvSpPr>
          <p:cNvPr id="3" name="页脚占位符 2"/>
          <p:cNvSpPr/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/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/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/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/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</a:fld>
            <a:endParaRPr lang="zh-CN" altLang="en-US" dirty="0"/>
          </a:p>
        </p:txBody>
      </p:sp>
      <p:sp>
        <p:nvSpPr>
          <p:cNvPr id="6" name="页脚占位符 5"/>
          <p:cNvSpPr/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灯片编号占位符 6"/>
          <p:cNvSpPr/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/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/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/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</a:fld>
            <a:endParaRPr lang="zh-CN" altLang="en-US" dirty="0"/>
          </a:p>
        </p:txBody>
      </p:sp>
      <p:sp>
        <p:nvSpPr>
          <p:cNvPr id="6" name="页脚占位符 5"/>
          <p:cNvSpPr/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灯片编号占位符 6"/>
          <p:cNvSpPr/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/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</a:fld>
            <a:endParaRPr lang="zh-CN" altLang="en-US" dirty="0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/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/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</a:fld>
            <a:endParaRPr lang="zh-CN" altLang="en-US" dirty="0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>
                <a:ea typeface="宋体" charset="-122"/>
              </a:defRPr>
            </a:lvl1pPr>
          </a:lstStyle>
          <a:p>
            <a:pPr lvl="0"/>
            <a:fld id="{BB962C8B-B14F-4D97-AF65-F5344CB8AC3E}" type="datetime1">
              <a:rPr lang="zh-CN" altLang="en-US" dirty="0"/>
            </a:fld>
            <a:endParaRPr lang="zh-CN" altLang="en-US" dirty="0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>
                <a:ea typeface="宋体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>
                <a:ea typeface="宋体" charset="-122"/>
              </a:defRPr>
            </a:lvl1pPr>
          </a:lstStyle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r>
              <a:rPr lang="en-AU" altLang="zh-CN" dirty="0" smtClean="0">
                <a:solidFill>
                  <a:schemeClr val="tx2"/>
                </a:solidFill>
              </a:rPr>
              <a:t>Name :Abdulsalam Bashirat Yetunde </a:t>
            </a:r>
            <a:endParaRPr lang="en-AU" altLang="zh-CN" dirty="0" smtClean="0">
              <a:solidFill>
                <a:schemeClr val="tx2"/>
              </a:solidFill>
            </a:endParaRPr>
          </a:p>
        </p:txBody>
      </p:sp>
      <p:sp>
        <p:nvSpPr>
          <p:cNvPr id="3" name="副标题 2"/>
          <p:cNvSpPr/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en-AU" altLang="zh-CN" dirty="0" smtClean="0">
                <a:solidFill>
                  <a:schemeClr val="tx1"/>
                </a:solidFill>
              </a:rPr>
              <a:t>Slack Username:Bashirat Yetunde </a:t>
            </a:r>
            <a:endParaRPr lang="en-AU" altLang="zh-CN" dirty="0" smtClean="0">
              <a:solidFill>
                <a:schemeClr val="tx1"/>
              </a:solidFill>
            </a:endParaRPr>
          </a:p>
          <a:p>
            <a:pPr algn="ctr"/>
            <a:r>
              <a:rPr lang="en-AU" altLang="zh-CN" dirty="0" smtClean="0">
                <a:solidFill>
                  <a:schemeClr val="tx1"/>
                </a:solidFill>
              </a:rPr>
              <a:t>Group :hc-pod 02</a:t>
            </a:r>
            <a:endParaRPr lang="en-AU" altLang="zh-CN" dirty="0" smtClean="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ksoSlideStyle" descr="#wm#_1_01_100_1100" hidden="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AU" altLang="en-US"/>
          </a:p>
        </p:txBody>
      </p:sp>
      <p:sp>
        <p:nvSpPr>
          <p:cNvPr id="3075" name="Title 3074" descr="#wm#_1_01_100_1100_a_1_28#clear#"/>
          <p:cNvSpPr/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p>
            <a:pPr defTabSz="914400">
              <a:buNone/>
            </a:pPr>
            <a:r>
              <a:rPr lang="en-AU" sz="4400" kern="1200" baseline="0">
                <a:latin typeface="Arial" charset="0"/>
                <a:ea typeface="Arial" charset="0"/>
              </a:rPr>
              <a:t>HealthConnect Clinic Experience Lab</a:t>
            </a:r>
            <a:endParaRPr lang="en-AU" sz="4400" kern="1200" baseline="0">
              <a:latin typeface="Arial" charset="0"/>
              <a:ea typeface="Arial" charset="0"/>
            </a:endParaRPr>
          </a:p>
        </p:txBody>
      </p:sp>
      <p:sp>
        <p:nvSpPr>
          <p:cNvPr id="3076" name="Subtitle 3075" descr="#wm#_1_01_100_1100_b_1_51#clear#"/>
          <p:cNvSpPr/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p>
            <a:pPr defTabSz="914400">
              <a:buNone/>
            </a:pPr>
            <a:r>
              <a:rPr sz="2800" kern="1200" baseline="0">
                <a:latin typeface="Arial" charset="0"/>
                <a:ea typeface="Arial" charset="0"/>
              </a:rPr>
              <a:t>HealthConnect </a:t>
            </a:r>
            <a:r>
              <a:rPr lang="en-AU" sz="2800" kern="1200" baseline="0">
                <a:latin typeface="Arial" charset="0"/>
                <a:ea typeface="Arial" charset="0"/>
              </a:rPr>
              <a:t>is an healthcare provider seeking</a:t>
            </a:r>
            <a:r>
              <a:rPr sz="2800" kern="1200" baseline="0">
                <a:latin typeface="Arial" charset="0"/>
                <a:ea typeface="Arial" charset="0"/>
              </a:rPr>
              <a:t> to improve </a:t>
            </a:r>
            <a:r>
              <a:rPr lang="en-AU" sz="2800" kern="1200" baseline="0">
                <a:latin typeface="Arial" charset="0"/>
                <a:ea typeface="Arial" charset="0"/>
              </a:rPr>
              <a:t>patient </a:t>
            </a:r>
            <a:r>
              <a:rPr sz="2800" kern="1200" baseline="0">
                <a:latin typeface="Arial" charset="0"/>
                <a:ea typeface="Arial" charset="0"/>
              </a:rPr>
              <a:t>appointment attendance </a:t>
            </a:r>
            <a:r>
              <a:rPr lang="en-AU" sz="2800" kern="1200" baseline="0">
                <a:latin typeface="Arial" charset="0"/>
                <a:ea typeface="Arial" charset="0"/>
              </a:rPr>
              <a:t>and reduce missed appointment</a:t>
            </a:r>
            <a:endParaRPr lang="en-AU" sz="2800" kern="1200" baseline="0">
              <a:latin typeface="Arial" charset="0"/>
              <a:ea typeface="Arial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/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AU" altLang="zh-CN" dirty="0" smtClean="0">
                <a:solidFill>
                  <a:schemeClr val="tx2"/>
                </a:solidFill>
              </a:rPr>
              <a:t> Findings,Testing and Refinement </a:t>
            </a:r>
            <a:endParaRPr lang="en-AU" altLang="zh-CN" dirty="0" smtClean="0">
              <a:solidFill>
                <a:schemeClr val="tx2"/>
              </a:solidFill>
            </a:endParaRPr>
          </a:p>
        </p:txBody>
      </p:sp>
      <p:sp>
        <p:nvSpPr>
          <p:cNvPr id="4" name="内容占位符 3"/>
          <p:cNvSpPr/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z="2400" dirty="0" smtClean="0">
                <a:solidFill>
                  <a:schemeClr val="tx1"/>
                </a:solidFill>
              </a:rPr>
              <a:t>Key Findings</a:t>
            </a:r>
            <a:endParaRPr lang="zh-CN" altLang="en-US" sz="2400" dirty="0" smtClean="0">
              <a:solidFill>
                <a:schemeClr val="tx1"/>
              </a:solidFill>
            </a:endParaRPr>
          </a:p>
          <a:p>
            <a:r>
              <a:rPr lang="en-AU" altLang="zh-CN" sz="2400" dirty="0" smtClean="0">
                <a:solidFill>
                  <a:schemeClr val="tx1"/>
                </a:solidFill>
              </a:rPr>
              <a:t>48.46% </a:t>
            </a:r>
            <a:r>
              <a:rPr lang="zh-CN" altLang="en-US" sz="2400" dirty="0" smtClean="0">
                <a:solidFill>
                  <a:schemeClr val="tx1"/>
                </a:solidFill>
              </a:rPr>
              <a:t>of all appointments were missed.</a:t>
            </a:r>
            <a:endParaRPr lang="zh-CN" altLang="en-US" sz="2400" dirty="0" smtClean="0">
              <a:solidFill>
                <a:schemeClr val="tx1"/>
              </a:solidFill>
            </a:endParaRPr>
          </a:p>
          <a:p>
            <a:r>
              <a:rPr lang="zh-CN" altLang="en-US" sz="2400" dirty="0" smtClean="0">
                <a:solidFill>
                  <a:schemeClr val="tx1"/>
                </a:solidFill>
              </a:rPr>
              <a:t>Appointments booked 31 days or more ahead had a higher missed-appointment rate (60.49%).</a:t>
            </a:r>
            <a:endParaRPr lang="zh-CN" altLang="en-US" sz="2400" dirty="0" smtClean="0">
              <a:solidFill>
                <a:schemeClr val="tx1"/>
              </a:solidFill>
            </a:endParaRPr>
          </a:p>
          <a:p>
            <a:r>
              <a:rPr lang="zh-CN" altLang="en-US" sz="2400" dirty="0" smtClean="0">
                <a:solidFill>
                  <a:schemeClr val="tx1"/>
                </a:solidFill>
              </a:rPr>
              <a:t>Patients who had 2 or more missed appointments were also more likely to miss their next appointment (61.02%).</a:t>
            </a:r>
            <a:endParaRPr lang="zh-CN" altLang="en-US" sz="2400" dirty="0" smtClean="0">
              <a:solidFill>
                <a:schemeClr val="tx1"/>
              </a:solidFill>
            </a:endParaRPr>
          </a:p>
          <a:p>
            <a:r>
              <a:rPr lang="en-AU" altLang="zh-CN" sz="2400" dirty="0" smtClean="0">
                <a:solidFill>
                  <a:schemeClr val="tx1"/>
                </a:solidFill>
              </a:rPr>
              <a:t>T</a:t>
            </a:r>
            <a:r>
              <a:rPr lang="zh-CN" altLang="en-US" sz="2400" dirty="0" smtClean="0">
                <a:solidFill>
                  <a:schemeClr val="tx1"/>
                </a:solidFill>
              </a:rPr>
              <a:t>he highest-risk group was patients with 2+ previous missed appointments who booked 31+ days ahead, with a 72.96% no-show rate.</a:t>
            </a:r>
            <a:endParaRPr lang="zh-CN" altLang="en-US" sz="2400" dirty="0" smtClean="0">
              <a:solidFill>
                <a:schemeClr val="tx1"/>
              </a:solidFill>
            </a:endParaRPr>
          </a:p>
          <a:p>
            <a:r>
              <a:rPr lang="zh-CN" altLang="en-US" sz="2400" dirty="0" smtClean="0">
                <a:solidFill>
                  <a:schemeClr val="tx1"/>
                </a:solidFill>
              </a:rPr>
              <a:t>Appointments with reminders had </a:t>
            </a:r>
            <a:r>
              <a:rPr lang="en-AU" altLang="zh-CN" sz="2400" dirty="0" smtClean="0">
                <a:solidFill>
                  <a:schemeClr val="tx1"/>
                </a:solidFill>
              </a:rPr>
              <a:t>a</a:t>
            </a:r>
            <a:r>
              <a:rPr lang="zh-CN" altLang="en-US" sz="2400" dirty="0" smtClean="0">
                <a:solidFill>
                  <a:schemeClr val="tx1"/>
                </a:solidFill>
              </a:rPr>
              <a:t> slight</a:t>
            </a:r>
            <a:r>
              <a:rPr lang="en-AU" altLang="zh-CN" sz="2400" dirty="0" smtClean="0">
                <a:solidFill>
                  <a:schemeClr val="tx1"/>
                </a:solidFill>
              </a:rPr>
              <a:t>ly</a:t>
            </a:r>
            <a:r>
              <a:rPr lang="zh-CN" altLang="en-US" sz="2400" dirty="0" smtClean="0">
                <a:solidFill>
                  <a:schemeClr val="tx1"/>
                </a:solidFill>
              </a:rPr>
              <a:t> lower no-show rate (47.36%) than those without reminder(51.39%).</a:t>
            </a:r>
            <a:endParaRPr lang="zh-CN" altLang="en-US" sz="2400" dirty="0" smtClean="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1"/>
          <p:cNvSpPr txBox="1"/>
          <p:nvPr>
            <p:custDataLst>
              <p:tags r:id="rId1"/>
            </p:custDataLst>
          </p:nvPr>
        </p:nvSpPr>
        <p:spPr>
          <a:xfrm>
            <a:off x="846305" y="749030"/>
            <a:ext cx="7461081" cy="5340485"/>
          </a:xfrm>
          <a:prstGeom prst="rect">
            <a:avLst/>
          </a:prstGeom>
        </p:spPr>
        <p:txBody>
          <a:bodyPr anchor="t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Testing &amp; Refinement</a:t>
            </a:r>
            <a:endParaRPr lang="zh-CN" altLang="en-US" sz="2400" dirty="0">
              <a:solidFill>
                <a:schemeClr val="tx1"/>
              </a:solidFill>
            </a:endParaRPr>
          </a:p>
          <a:p>
            <a:r>
              <a:rPr lang="en-AU" altLang="zh-CN" sz="2400" dirty="0">
                <a:solidFill>
                  <a:schemeClr val="tx1"/>
                </a:solidFill>
              </a:rPr>
              <a:t>Ch</a:t>
            </a:r>
            <a:r>
              <a:rPr lang="zh-CN" altLang="en-US" sz="2400" dirty="0">
                <a:solidFill>
                  <a:schemeClr val="tx1"/>
                </a:solidFill>
              </a:rPr>
              <a:t>ecked the dashboard figures against the data to make sure the results were accurate.</a:t>
            </a:r>
            <a:endParaRPr lang="zh-CN" altLang="en-US" sz="2400" dirty="0">
              <a:solidFill>
                <a:schemeClr val="tx1"/>
              </a:solidFill>
            </a:endParaRPr>
          </a:p>
          <a:p>
            <a:r>
              <a:rPr lang="en-AU" altLang="zh-CN" sz="2400" dirty="0">
                <a:solidFill>
                  <a:schemeClr val="tx1"/>
                </a:solidFill>
              </a:rPr>
              <a:t>Te</a:t>
            </a:r>
            <a:r>
              <a:rPr lang="zh-CN" altLang="en-US" sz="2400" dirty="0">
                <a:solidFill>
                  <a:schemeClr val="tx1"/>
                </a:solidFill>
              </a:rPr>
              <a:t>sted different factors that could be linked to missed appointments.</a:t>
            </a:r>
            <a:endParaRPr lang="zh-CN" altLang="en-US" sz="2400" dirty="0">
              <a:solidFill>
                <a:schemeClr val="tx1"/>
              </a:solidFill>
            </a:endParaRPr>
          </a:p>
          <a:p>
            <a:r>
              <a:rPr lang="zh-CN" altLang="en-US" sz="2400" dirty="0">
                <a:solidFill>
                  <a:schemeClr val="tx1"/>
                </a:solidFill>
              </a:rPr>
              <a:t>The analysis was refined from simply showing numbers to identifying clear patterns and groups that HealthConnect can act on.</a:t>
            </a:r>
            <a:endParaRPr lang="zh-CN" altLang="en-US" sz="2400" dirty="0">
              <a:solidFill>
                <a:schemeClr val="tx1"/>
              </a:solidFill>
            </a:endParaRPr>
          </a:p>
          <a:p>
            <a:endParaRPr lang="zh-CN" altLang="en-US" sz="2400" dirty="0">
              <a:solidFill>
                <a:schemeClr val="tx1"/>
              </a:solidFill>
            </a:endParaRPr>
          </a:p>
          <a:p>
            <a:r>
              <a:rPr lang="zh-CN" altLang="en-US" sz="2400" dirty="0">
                <a:solidFill>
                  <a:schemeClr val="tx1"/>
                </a:solidFill>
              </a:rPr>
              <a:t>Final Outcome</a:t>
            </a:r>
            <a:endParaRPr lang="zh-CN" altLang="en-US" sz="2400" dirty="0">
              <a:solidFill>
                <a:schemeClr val="tx1"/>
              </a:solidFill>
            </a:endParaRPr>
          </a:p>
          <a:p>
            <a:r>
              <a:rPr lang="zh-CN" altLang="en-US" sz="2400" dirty="0">
                <a:solidFill>
                  <a:schemeClr val="tx1"/>
                </a:solidFill>
              </a:rPr>
              <a:t>HealthConnect can now identify appointment groups with higher no-show rates and use this information to guide reminders and follow-up.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/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Recommendations &amp; Analytical Limitation</a:t>
            </a:r>
            <a:endParaRPr lang="zh-CN" altLang="en-US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内容占位符 3"/>
          <p:cNvSpPr/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000" dirty="0" smtClean="0">
                <a:solidFill>
                  <a:schemeClr val="tx1"/>
                </a:solidFill>
              </a:rPr>
              <a:t>Recommendations</a:t>
            </a:r>
            <a:endParaRPr lang="zh-CN" altLang="en-US" sz="2000" dirty="0" smtClean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r>
              <a:rPr lang="zh-CN" altLang="en-US" sz="2000" dirty="0" smtClean="0">
                <a:solidFill>
                  <a:schemeClr val="tx1"/>
                </a:solidFill>
              </a:rPr>
              <a:t>Target high-risk appointments</a:t>
            </a:r>
            <a:r>
              <a:rPr lang="en-AU" altLang="zh-CN" sz="2000" dirty="0" smtClean="0">
                <a:solidFill>
                  <a:schemeClr val="tx1"/>
                </a:solidFill>
              </a:rPr>
              <a:t>:</a:t>
            </a:r>
            <a:r>
              <a:rPr lang="zh-CN" altLang="en-US" sz="2000" dirty="0" smtClean="0">
                <a:solidFill>
                  <a:schemeClr val="tx1"/>
                </a:solidFill>
              </a:rPr>
              <a:t>Give extra attention to patients with previous no-shows and appointments booked far in advance.</a:t>
            </a:r>
            <a:endParaRPr lang="zh-CN" altLang="en-US" sz="2000" dirty="0" smtClean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r>
              <a:rPr lang="zh-CN" altLang="en-US" sz="2000" dirty="0" smtClean="0">
                <a:solidFill>
                  <a:schemeClr val="tx1"/>
                </a:solidFill>
              </a:rPr>
              <a:t>Use timely reminders</a:t>
            </a:r>
            <a:r>
              <a:rPr lang="en-AU" altLang="zh-CN" sz="2000" dirty="0" smtClean="0">
                <a:solidFill>
                  <a:schemeClr val="tx1"/>
                </a:solidFill>
              </a:rPr>
              <a:t>:</a:t>
            </a:r>
            <a:r>
              <a:rPr lang="zh-CN" altLang="en-US" sz="2000" dirty="0" smtClean="0">
                <a:solidFill>
                  <a:schemeClr val="tx1"/>
                </a:solidFill>
              </a:rPr>
              <a:t>Send reminders closer to the appointment date, especially for appointments booked many days ahead.</a:t>
            </a:r>
            <a:endParaRPr lang="zh-CN" altLang="en-US" sz="2000" dirty="0" smtClean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r>
              <a:rPr lang="zh-CN" altLang="en-US" sz="2000" dirty="0" smtClean="0">
                <a:solidFill>
                  <a:schemeClr val="tx1"/>
                </a:solidFill>
              </a:rPr>
              <a:t>Monitor patient attendance history</a:t>
            </a:r>
            <a:r>
              <a:rPr lang="en-AU" altLang="zh-CN" sz="2000" dirty="0" smtClean="0">
                <a:solidFill>
                  <a:schemeClr val="tx1"/>
                </a:solidFill>
              </a:rPr>
              <a:t>:</a:t>
            </a:r>
            <a:r>
              <a:rPr lang="zh-CN" altLang="en-US" sz="2000" dirty="0" smtClean="0">
                <a:solidFill>
                  <a:schemeClr val="tx1"/>
                </a:solidFill>
              </a:rPr>
              <a:t>Use previous attendance behaviour to identify patients who may need additional confirmation.</a:t>
            </a:r>
            <a:endParaRPr lang="zh-CN" altLang="en-US" sz="2000" dirty="0" smtClean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r>
              <a:rPr lang="zh-CN" altLang="en-US" sz="2000" dirty="0" smtClean="0">
                <a:solidFill>
                  <a:schemeClr val="tx1"/>
                </a:solidFill>
              </a:rPr>
              <a:t> Track key patterns regularly</a:t>
            </a:r>
            <a:r>
              <a:rPr lang="en-AU" altLang="zh-CN" sz="2000" dirty="0" smtClean="0">
                <a:solidFill>
                  <a:schemeClr val="tx1"/>
                </a:solidFill>
              </a:rPr>
              <a:t>:</a:t>
            </a:r>
            <a:r>
              <a:rPr lang="zh-CN" altLang="en-US" sz="2000" dirty="0" smtClean="0">
                <a:solidFill>
                  <a:schemeClr val="tx1"/>
                </a:solidFill>
              </a:rPr>
              <a:t>Continue monitoring no-show rates by booking lead time and previous no-show history.</a:t>
            </a:r>
            <a:endParaRPr lang="zh-CN" altLang="en-US" sz="2000" dirty="0" smtClean="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1"/>
          <p:cNvSpPr txBox="1"/>
          <p:nvPr>
            <p:custDataLst>
              <p:tags r:id="rId1"/>
            </p:custDataLst>
          </p:nvPr>
        </p:nvSpPr>
        <p:spPr>
          <a:xfrm>
            <a:off x="846305" y="749030"/>
            <a:ext cx="7461081" cy="5340485"/>
          </a:xfrm>
          <a:prstGeom prst="rect">
            <a:avLst/>
          </a:prstGeom>
        </p:spPr>
        <p:txBody>
          <a:bodyPr anchor="t" anchorCtr="0">
            <a:normAutofit fontScale="7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Limitations</a:t>
            </a:r>
            <a:endParaRPr lang="zh-CN" altLang="en-US" dirty="0">
              <a:solidFill>
                <a:schemeClr val="tx1"/>
              </a:solidFill>
            </a:endParaRPr>
          </a:p>
          <a:p>
            <a:pPr marL="342900" indent="-342900">
              <a:buFont typeface="Arial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 Limited patient information: The dataset did not contain enough information about patients’ personal circumstances or reasons for missing appointments.</a:t>
            </a:r>
            <a:endParaRPr lang="zh-CN" altLang="en-US" dirty="0">
              <a:solidFill>
                <a:schemeClr val="tx1"/>
              </a:solidFill>
            </a:endParaRPr>
          </a:p>
          <a:p>
            <a:pPr marL="342900" indent="-342900">
              <a:buFont typeface="Arial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 Reasons for no-shows were not captured: We could identify who and which appointment patterns were associated with no-shows, but not clearly explain why patients missed their appointments.</a:t>
            </a:r>
            <a:endParaRPr lang="zh-CN" altLang="en-US" dirty="0">
              <a:solidFill>
                <a:schemeClr val="tx1"/>
              </a:solidFill>
            </a:endParaRPr>
          </a:p>
          <a:p>
            <a:pPr marL="342900" indent="-342900">
              <a:buFont typeface="Arial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 Limited contextual factors: Information such as transportation difficulties, changes in plans, health emergencies, work schedules, or other barriers was not available.</a:t>
            </a:r>
            <a:endParaRPr lang="zh-CN" altLang="en-US" dirty="0">
              <a:solidFill>
                <a:schemeClr val="tx1"/>
              </a:solidFill>
            </a:endParaRPr>
          </a:p>
          <a:p>
            <a:pPr marL="342900" indent="-342900">
              <a:buFont typeface="Arial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Data-specific findings: The findings are based on the available HealthConnect dataset and may change when more patient and appointment information becomes available.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/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sz="4200" dirty="0" smtClean="0">
                <a:solidFill>
                  <a:schemeClr val="tx1"/>
                </a:solidFill>
                <a:sym typeface="+mn-ea"/>
              </a:rPr>
              <a:t>Data Analytics Track Contribution</a:t>
            </a:r>
            <a:endParaRPr lang="zh-CN" altLang="en-US" sz="4200" dirty="0" smtClean="0">
              <a:solidFill>
                <a:schemeClr val="tx1"/>
              </a:solidFill>
            </a:endParaRPr>
          </a:p>
          <a:p>
            <a:endParaRPr lang="zh-CN" altLang="en-US" sz="4200" dirty="0" smtClean="0">
              <a:solidFill>
                <a:schemeClr val="tx2"/>
              </a:solidFill>
            </a:endParaRPr>
          </a:p>
        </p:txBody>
      </p:sp>
      <p:sp>
        <p:nvSpPr>
          <p:cNvPr id="4" name="内容占位符 3"/>
          <p:cNvSpPr/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600" dirty="0" smtClean="0">
                <a:solidFill>
                  <a:schemeClr val="tx1"/>
                </a:solidFill>
              </a:rPr>
              <a:t> Validated KPIs</a:t>
            </a:r>
            <a:r>
              <a:rPr lang="en-AU" altLang="zh-CN" sz="2600" dirty="0" smtClean="0">
                <a:solidFill>
                  <a:schemeClr val="tx1"/>
                </a:solidFill>
              </a:rPr>
              <a:t>:</a:t>
            </a:r>
            <a:r>
              <a:rPr lang="zh-CN" altLang="en-US" sz="2600" dirty="0" smtClean="0">
                <a:solidFill>
                  <a:schemeClr val="tx1"/>
                </a:solidFill>
              </a:rPr>
              <a:t>Provided key attendance and no-show metrics.</a:t>
            </a:r>
            <a:endParaRPr lang="zh-CN" altLang="en-US" sz="26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600" dirty="0" smtClean="0">
                <a:solidFill>
                  <a:schemeClr val="tx1"/>
                </a:solidFill>
              </a:rPr>
              <a:t>Dashboard &amp; Visualisation</a:t>
            </a:r>
            <a:r>
              <a:rPr lang="en-AU" altLang="zh-CN" sz="2600" dirty="0" smtClean="0">
                <a:solidFill>
                  <a:schemeClr val="tx1"/>
                </a:solidFill>
              </a:rPr>
              <a:t>:</a:t>
            </a:r>
            <a:r>
              <a:rPr lang="zh-CN" altLang="en-US" sz="2600" dirty="0" smtClean="0">
                <a:solidFill>
                  <a:schemeClr val="tx1"/>
                </a:solidFill>
              </a:rPr>
              <a:t>Presented important attendance patterns in an accessible format.</a:t>
            </a:r>
            <a:endParaRPr lang="zh-CN" altLang="en-US" sz="26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600" dirty="0" smtClean="0">
                <a:solidFill>
                  <a:schemeClr val="tx1"/>
                </a:solidFill>
              </a:rPr>
              <a:t>Risk Pattern Analysi</a:t>
            </a:r>
            <a:r>
              <a:rPr lang="en-AU" altLang="zh-CN" sz="2600" dirty="0" smtClean="0">
                <a:solidFill>
                  <a:schemeClr val="tx1"/>
                </a:solidFill>
              </a:rPr>
              <a:t>s:I</a:t>
            </a:r>
            <a:r>
              <a:rPr lang="zh-CN" altLang="en-US" sz="2600" dirty="0" smtClean="0">
                <a:solidFill>
                  <a:schemeClr val="tx1"/>
                </a:solidFill>
              </a:rPr>
              <a:t>dentified patterns involving booking lead time and previous no-show history.</a:t>
            </a:r>
            <a:endParaRPr lang="zh-CN" altLang="en-US" sz="26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600" dirty="0" smtClean="0">
                <a:solidFill>
                  <a:schemeClr val="tx1"/>
                </a:solidFill>
              </a:rPr>
              <a:t>Business Insight</a:t>
            </a:r>
            <a:r>
              <a:rPr lang="en-AU" altLang="zh-CN" sz="2600" dirty="0" smtClean="0">
                <a:solidFill>
                  <a:schemeClr val="tx1"/>
                </a:solidFill>
              </a:rPr>
              <a:t>:</a:t>
            </a:r>
            <a:r>
              <a:rPr lang="zh-CN" altLang="en-US" sz="2600" dirty="0" smtClean="0">
                <a:solidFill>
                  <a:schemeClr val="tx1"/>
                </a:solidFill>
              </a:rPr>
              <a:t>Translated analytical findings into meaningful implications for HealthConnect.</a:t>
            </a:r>
            <a:endParaRPr lang="zh-CN" altLang="en-US" sz="26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600" dirty="0" smtClean="0">
                <a:solidFill>
                  <a:schemeClr val="tx1"/>
                </a:solidFill>
              </a:rPr>
              <a:t>Recommendations</a:t>
            </a:r>
            <a:r>
              <a:rPr lang="en-AU" altLang="zh-CN" sz="2600" dirty="0" smtClean="0">
                <a:solidFill>
                  <a:schemeClr val="tx1"/>
                </a:solidFill>
              </a:rPr>
              <a:t>:</a:t>
            </a:r>
            <a:r>
              <a:rPr lang="zh-CN" altLang="en-US" sz="2600" dirty="0" smtClean="0">
                <a:solidFill>
                  <a:schemeClr val="tx1"/>
                </a:solidFill>
              </a:rPr>
              <a:t>Provided data-driven actions for targeted follow-up</a:t>
            </a:r>
            <a:r>
              <a:rPr lang="en-AU" altLang="zh-CN" sz="2600" dirty="0" smtClean="0">
                <a:solidFill>
                  <a:schemeClr val="tx1"/>
                </a:solidFill>
              </a:rPr>
              <a:t>s</a:t>
            </a:r>
            <a:endParaRPr lang="en-AU" altLang="zh-CN" sz="2600" dirty="0" smtClean="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/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AU" altLang="zh-CN" dirty="0" smtClean="0">
                <a:solidFill>
                  <a:schemeClr val="tx2"/>
                </a:solidFill>
              </a:rPr>
              <a:t>Cross Track Contribution</a:t>
            </a:r>
            <a:endParaRPr lang="en-AU" altLang="zh-CN" dirty="0" smtClean="0">
              <a:solidFill>
                <a:schemeClr val="tx2"/>
              </a:solidFill>
            </a:endParaRPr>
          </a:p>
        </p:txBody>
      </p:sp>
      <p:sp>
        <p:nvSpPr>
          <p:cNvPr id="4" name="内容占位符 3"/>
          <p:cNvSpPr/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z="2400" dirty="0" smtClean="0">
                <a:solidFill>
                  <a:schemeClr val="tx1"/>
                </a:solidFill>
              </a:rPr>
              <a:t>Provides evidence for identifying appointments that may require additional follow-up or confirmation.</a:t>
            </a:r>
            <a:endParaRPr lang="zh-CN" altLang="en-US" sz="2400" dirty="0" smtClean="0">
              <a:solidFill>
                <a:schemeClr val="tx1"/>
              </a:solidFill>
            </a:endParaRPr>
          </a:p>
          <a:p>
            <a:r>
              <a:rPr lang="zh-CN" altLang="en-US" sz="2400" dirty="0" smtClean="0">
                <a:solidFill>
                  <a:schemeClr val="tx1"/>
                </a:solidFill>
              </a:rPr>
              <a:t>Provides validated KPIs, analytical findings and risk indicators that can support the integrated </a:t>
            </a:r>
            <a:r>
              <a:rPr lang="en-AU" altLang="zh-CN" sz="2400" dirty="0" smtClean="0">
                <a:solidFill>
                  <a:schemeClr val="tx1"/>
                </a:solidFill>
              </a:rPr>
              <a:t>solutions</a:t>
            </a:r>
            <a:endParaRPr lang="en-AU" altLang="zh-CN" sz="2400" dirty="0" smtClean="0">
              <a:solidFill>
                <a:schemeClr val="tx1"/>
              </a:solidFill>
            </a:endParaRPr>
          </a:p>
          <a:p>
            <a:r>
              <a:rPr lang="zh-CN" altLang="en-US" sz="2400" dirty="0" smtClean="0">
                <a:solidFill>
                  <a:schemeClr val="tx1"/>
                </a:solidFill>
              </a:rPr>
              <a:t>Provides the final figures, visualisations, insights and recommendations used to communicate HealthConnect’s impact.</a:t>
            </a:r>
            <a:endParaRPr lang="zh-CN" altLang="en-US" sz="2400" dirty="0" smtClean="0">
              <a:solidFill>
                <a:schemeClr val="tx1"/>
              </a:solidFill>
            </a:endParaRPr>
          </a:p>
          <a:p>
            <a:r>
              <a:rPr lang="zh-CN" altLang="en-US" sz="2400" dirty="0" smtClean="0">
                <a:solidFill>
                  <a:schemeClr val="tx1"/>
                </a:solidFill>
              </a:rPr>
              <a:t>Cross-Track </a:t>
            </a:r>
            <a:r>
              <a:rPr lang="en-AU" altLang="zh-CN" sz="2400" dirty="0" smtClean="0">
                <a:solidFill>
                  <a:schemeClr val="tx1"/>
                </a:solidFill>
              </a:rPr>
              <a:t>Values</a:t>
            </a:r>
            <a:r>
              <a:rPr lang="zh-CN" altLang="en-US" sz="2400" dirty="0" smtClean="0">
                <a:solidFill>
                  <a:schemeClr val="tx1"/>
                </a:solidFill>
              </a:rPr>
              <a:t>* Validated findings * Final KPIs * Risk patterns* Dashboard/report * Recommendations* Analytical limitations * Decision-support insights</a:t>
            </a:r>
            <a:endParaRPr lang="zh-CN" altLang="en-US" sz="2400" dirty="0" smtClean="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/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AU" altLang="zh-CN" dirty="0" smtClean="0">
                <a:solidFill>
                  <a:schemeClr val="tx2"/>
                </a:solidFill>
              </a:rPr>
              <a:t>Conclusion</a:t>
            </a:r>
            <a:endParaRPr lang="en-AU" altLang="zh-CN" dirty="0" smtClean="0">
              <a:solidFill>
                <a:schemeClr val="tx2"/>
              </a:solidFill>
            </a:endParaRPr>
          </a:p>
        </p:txBody>
      </p:sp>
      <p:sp>
        <p:nvSpPr>
          <p:cNvPr id="4" name="内容占位符 3"/>
          <p:cNvSpPr/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AU" altLang="zh-CN" sz="2800" dirty="0" smtClean="0">
                <a:solidFill>
                  <a:schemeClr val="tx1"/>
                </a:solidFill>
              </a:rPr>
              <a:t>My</a:t>
            </a:r>
            <a:r>
              <a:rPr lang="zh-CN" altLang="en-US" sz="2800" dirty="0" smtClean="0">
                <a:solidFill>
                  <a:schemeClr val="tx1"/>
                </a:solidFill>
              </a:rPr>
              <a:t> contribution to HealthConnect was to transform appointment data into clear findings and decision-support insights.The most important is that previous attendance behaviour and booking lead time were strongly associated with different levels of no-show rates, with the highest observed rate of 72.96%occurring when </a:t>
            </a:r>
            <a:r>
              <a:rPr lang="en-AU" altLang="zh-CN" sz="2800" dirty="0" smtClean="0">
                <a:solidFill>
                  <a:schemeClr val="tx1"/>
                </a:solidFill>
              </a:rPr>
              <a:t>both</a:t>
            </a:r>
            <a:r>
              <a:rPr lang="zh-CN" altLang="en-US" sz="2800" dirty="0" smtClean="0">
                <a:solidFill>
                  <a:schemeClr val="tx1"/>
                </a:solidFill>
              </a:rPr>
              <a:t> risk factors were present.Through this project, I learned how to move from raw data to analysis, visualisation, testing, and  business recommendations.</a:t>
            </a:r>
            <a:endParaRPr lang="zh-CN" altLang="en-US" sz="2800" dirty="0" smtClean="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r>
              <a:rPr lang="en-AU" altLang="zh-CN" dirty="0" smtClean="0">
                <a:solidFill>
                  <a:schemeClr val="tx2"/>
                </a:solidFill>
              </a:rPr>
              <a:t>THANK YOU </a:t>
            </a:r>
            <a:endParaRPr lang="en-AU" altLang="zh-CN" dirty="0" smtClean="0">
              <a:solidFill>
                <a:schemeClr val="tx2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TAG_VERSION" val="1.0"/>
  <p:tag name="KSO_WM_TEMPLATE_CATEGORY" val="preset"/>
  <p:tag name="KSO_WM_TEMPLATE_INDEX" val="22"/>
  <p:tag name="KSO_WM_UNIT_TYPE" val="a"/>
  <p:tag name="KSO_WM_UNIT_INDEX" val="1"/>
  <p:tag name="KSO_WM_UNIT_ID" val="256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" val=""/>
  <p:tag name="KSO_WM_BEAUTIFY_FLAG" val="#wm#"/>
</p:tagLst>
</file>

<file path=ppt/tags/tag2.xml><?xml version="1.0" encoding="utf-8"?>
<p:tagLst xmlns:p="http://schemas.openxmlformats.org/presentationml/2006/main">
  <p:tag name="KSO_WM_TAG_VERSION" val="1.0"/>
  <p:tag name="KSO_WM_TEMPLATE_CATEGORY" val="preset"/>
  <p:tag name="KSO_WM_TEMPLATE_INDEX" val="22"/>
  <p:tag name="KSO_WM_UNIT_TYPE" val="b"/>
  <p:tag name="KSO_WM_UNIT_INDEX" val="1"/>
  <p:tag name="KSO_WM_UNIT_ID" val="256*b*1"/>
  <p:tag name="KSO_WM_UNIT_CLEAR" val="1"/>
  <p:tag name="KSO_WM_UNIT_LAYERLEVEL" val="1"/>
  <p:tag name="KSO_WM_UNIT_VALUE" val="116"/>
  <p:tag name="KSO_WM_UNIT_ISCONTENTSTITLE" val="0"/>
  <p:tag name="KSO_WM_UNIT_HIGHLIGHT" val="0"/>
  <p:tag name="KSO_WM_UNIT_COMPATIBLE" val="0"/>
  <p:tag name="KSO_WM_UNIT_PRESET_TEXT" val=""/>
  <p:tag name="KSO_WM_BEAUTIFY_FLAG" val="#wm#"/>
</p:tagLst>
</file>

<file path=ppt/tags/tag3.xml><?xml version="1.0" encoding="utf-8"?>
<p:tagLst xmlns:p="http://schemas.openxmlformats.org/presentationml/2006/main">
  <p:tag name="KSO_WM_TEMPLATE_CATEGORY" val="preset"/>
  <p:tag name="KSO_WM_TEMPLATE_INDEX" val="22"/>
  <p:tag name="KSO_WM_TAG_VERSION" val="1.0"/>
  <p:tag name="KSO_WM_SLIDE_ID" val="preset22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4.xml><?xml version="1.0" encoding="utf-8"?>
<p:tagLst xmlns:p="http://schemas.openxmlformats.org/presentationml/2006/main">
  <p:tag name="KSO_WM_TAG_VERSION" val="1.0"/>
  <p:tag name="KSO_WM_TEMPLATE_CATEGORY" val="preset"/>
  <p:tag name="KSO_WM_TEMPLATE_INDEX" val="22"/>
  <p:tag name="KSO_WM_UNIT_TYPE" val="a"/>
  <p:tag name="KSO_WM_UNIT_INDEX" val="1"/>
  <p:tag name="KSO_WM_UNIT_ID" val="259*a*1"/>
  <p:tag name="KSO_WM_UNIT_CLEAR" val="1"/>
  <p:tag name="KSO_WM_UNIT_LAYERLEVEL" val="1"/>
  <p:tag name="KSO_WM_UNIT_VALUE" val="30"/>
  <p:tag name="KSO_WM_UNIT_ISCONTENTSTITLE" val="0"/>
  <p:tag name="KSO_WM_UNIT_HIGHLIGHT" val="0"/>
  <p:tag name="KSO_WM_UNIT_COMPATIBLE" val="0"/>
  <p:tag name="KSO_WM_UNIT_PRESET_TEXT" val=""/>
  <p:tag name="KSO_WM_BEAUTIFY_FLAG" val="#wm#"/>
</p:tagLst>
</file>

<file path=ppt/tags/tag5.xml><?xml version="1.0" encoding="utf-8"?>
<p:tagLst xmlns:p="http://schemas.openxmlformats.org/presentationml/2006/main">
  <p:tag name="KSO_WM_TAG_VERSION" val="1.0"/>
  <p:tag name="KSO_WM_TEMPLATE_CATEGORY" val="preset"/>
  <p:tag name="KSO_WM_TEMPLATE_INDEX" val="22"/>
  <p:tag name="KSO_WM_UNIT_TYPE" val="f"/>
  <p:tag name="KSO_WM_UNIT_INDEX" val="1"/>
  <p:tag name="KSO_WM_UNIT_ID" val="259*f*1"/>
  <p:tag name="KSO_WM_UNIT_CLEAR" val="1"/>
  <p:tag name="KSO_WM_UNIT_LAYERLEVEL" val="1"/>
  <p:tag name="KSO_WM_UNIT_VALUE" val="231"/>
  <p:tag name="KSO_WM_UNIT_HIGHLIGHT" val="0"/>
  <p:tag name="KSO_WM_UNIT_COMPATIBLE" val="0"/>
  <p:tag name="KSO_WM_UNIT_PRESET_TEXT" val=""/>
  <p:tag name="KSO_WM_BEAUTIFY_FLAG" val="#wm#"/>
</p:tagLst>
</file>

<file path=ppt/tags/tag6.xml><?xml version="1.0" encoding="utf-8"?>
<p:tagLst xmlns:p="http://schemas.openxmlformats.org/presentationml/2006/main">
  <p:tag name="KSO_WM_TEMPLATE_CATEGORY" val="preset"/>
  <p:tag name="KSO_WM_TEMPLATE_INDEX" val="22"/>
  <p:tag name="KSO_WM_TAG_VERSION" val="1.0"/>
  <p:tag name="KSO_WM_SLIDE_ID" val="preset22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50*144"/>
  <p:tag name="KSO_WM_SLIDE_SIZE" val="621*343"/>
</p:tagLst>
</file>

<file path=ppt/tags/tag7.xml><?xml version="1.0" encoding="utf-8"?>
<p:tagLst xmlns:p="http://schemas.openxmlformats.org/presentationml/2006/main">
  <p:tag name="KSO_WM_TAG_VERSION" val="1.0"/>
  <p:tag name="KSO_WM_TEMPLATE_CATEGORY" val="preset"/>
  <p:tag name="KSO_WM_TEMPLATE_INDEX" val="202"/>
  <p:tag name="KSO_WM_UNIT_TYPE" val="f"/>
  <p:tag name="KSO_WM_UNIT_INDEX" val="1"/>
  <p:tag name="KSO_WM_UNIT_ID" val="150995295*f*1"/>
  <p:tag name="KSO_WM_UNIT_CLEAR" val="1"/>
  <p:tag name="KSO_WM_UNIT_LAYERLEVEL" val="1"/>
  <p:tag name="KSO_WM_UNIT_VALUE" val="260"/>
  <p:tag name="KSO_WM_UNIT_HIGHLIGHT" val="0"/>
  <p:tag name="KSO_WM_UNIT_COMPATIBLE" val="0"/>
  <p:tag name="KSO_WM_BEAUTIFY_FLAG" val="#wm#"/>
  <p:tag name="KSO_WM_UNIT_PRESET_TEXT" val=""/>
</p:tagLst>
</file>

<file path=ppt/tags/tag8.xml><?xml version="1.0" encoding="utf-8"?>
<p:tagLst xmlns:p="http://schemas.openxmlformats.org/presentationml/2006/main">
  <p:tag name="KSO_WM_TEMPLATE_CATEGORY" val="preset"/>
  <p:tag name="KSO_WM_TEMPLATE_INDEX" val="202"/>
  <p:tag name="KSO_WM_SLIDE_ID" val="150995295"/>
  <p:tag name="KSO_WM_SLIDE_INDEX" val="48"/>
  <p:tag name="KSO_WM_SLIDE_ITEM_CNT" val="1"/>
  <p:tag name="KSO_WM_SLIDE_LAYOUT" val="f"/>
  <p:tag name="KSO_WM_SLIDE_LAYOUT_CNT" val="1"/>
  <p:tag name="KSO_WM_SLIDE_TYPE" val="text"/>
  <p:tag name="KSO_WM_BEAUTIFY_FLAG" val="#wm#"/>
  <p:tag name="KSO_WM_SLIDE_POSITION" val="67*59"/>
  <p:tag name="KSO_WM_SLIDE_SIZE" val="587*421"/>
  <p:tag name="KSO_WM_TAG_VERSION" val="1.0"/>
</p:tagLst>
</file>

<file path=ppt/tags/tag9.xml><?xml version="1.0" encoding="utf-8"?>
<p:tagLst xmlns:p="http://schemas.openxmlformats.org/presentationml/2006/main">
  <p:tag name="KSO_WM_TAG_VERSION" val="1.0"/>
  <p:tag name="KSO_WM_TEMPLATE_CATEGORY" val="preset"/>
  <p:tag name="KSO_WM_TEMPLATE_INDEX" val="22"/>
  <p:tag name="KSO_WM_UNIT_TYPE" val="a"/>
  <p:tag name="KSO_WM_UNIT_INDEX" val="1"/>
  <p:tag name="KSO_WM_UNIT_ID" val="259*a*1"/>
  <p:tag name="KSO_WM_UNIT_CLEAR" val="1"/>
  <p:tag name="KSO_WM_UNIT_LAYERLEVEL" val="1"/>
  <p:tag name="KSO_WM_UNIT_VALUE" val="30"/>
  <p:tag name="KSO_WM_UNIT_ISCONTENTSTITLE" val="0"/>
  <p:tag name="KSO_WM_UNIT_HIGHLIGHT" val="0"/>
  <p:tag name="KSO_WM_UNIT_COMPATIBLE" val="0"/>
  <p:tag name="KSO_WM_UNIT_PRESET_TEXT" val=""/>
  <p:tag name="KSO_WM_BEAUTIFY_FLAG" val="#wm#"/>
</p:tagLst>
</file>

<file path=ppt/tags/tag10.xml><?xml version="1.0" encoding="utf-8"?>
<p:tagLst xmlns:p="http://schemas.openxmlformats.org/presentationml/2006/main">
  <p:tag name="KSO_WM_TAG_VERSION" val="1.0"/>
  <p:tag name="KSO_WM_TEMPLATE_CATEGORY" val="preset"/>
  <p:tag name="KSO_WM_TEMPLATE_INDEX" val="22"/>
  <p:tag name="KSO_WM_UNIT_TYPE" val="f"/>
  <p:tag name="KSO_WM_UNIT_INDEX" val="1"/>
  <p:tag name="KSO_WM_UNIT_ID" val="259*f*1"/>
  <p:tag name="KSO_WM_UNIT_CLEAR" val="1"/>
  <p:tag name="KSO_WM_UNIT_LAYERLEVEL" val="1"/>
  <p:tag name="KSO_WM_UNIT_VALUE" val="231"/>
  <p:tag name="KSO_WM_UNIT_HIGHLIGHT" val="0"/>
  <p:tag name="KSO_WM_UNIT_COMPATIBLE" val="0"/>
  <p:tag name="KSO_WM_UNIT_PRESET_TEXT" val=""/>
  <p:tag name="KSO_WM_BEAUTIFY_FLAG" val="#wm#"/>
</p:tagLst>
</file>

<file path=ppt/tags/tag11.xml><?xml version="1.0" encoding="utf-8"?>
<p:tagLst xmlns:p="http://schemas.openxmlformats.org/presentationml/2006/main">
  <p:tag name="KSO_WM_TEMPLATE_CATEGORY" val="preset"/>
  <p:tag name="KSO_WM_TEMPLATE_INDEX" val="22"/>
  <p:tag name="KSO_WM_TAG_VERSION" val="1.0"/>
  <p:tag name="KSO_WM_SLIDE_ID" val="preset22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50*144"/>
  <p:tag name="KSO_WM_SLIDE_SIZE" val="621*343"/>
</p:tagLst>
</file>

<file path=ppt/tags/tag12.xml><?xml version="1.0" encoding="utf-8"?>
<p:tagLst xmlns:p="http://schemas.openxmlformats.org/presentationml/2006/main">
  <p:tag name="KSO_WM_TAG_VERSION" val="1.0"/>
  <p:tag name="KSO_WM_TEMPLATE_CATEGORY" val="preset"/>
  <p:tag name="KSO_WM_TEMPLATE_INDEX" val="202"/>
  <p:tag name="KSO_WM_UNIT_TYPE" val="f"/>
  <p:tag name="KSO_WM_UNIT_INDEX" val="1"/>
  <p:tag name="KSO_WM_UNIT_ID" val="150995295*f*1"/>
  <p:tag name="KSO_WM_UNIT_CLEAR" val="1"/>
  <p:tag name="KSO_WM_UNIT_LAYERLEVEL" val="1"/>
  <p:tag name="KSO_WM_UNIT_VALUE" val="260"/>
  <p:tag name="KSO_WM_UNIT_HIGHLIGHT" val="0"/>
  <p:tag name="KSO_WM_UNIT_COMPATIBLE" val="0"/>
  <p:tag name="KSO_WM_BEAUTIFY_FLAG" val="#wm#"/>
  <p:tag name="KSO_WM_UNIT_PRESET_TEXT" val=""/>
</p:tagLst>
</file>

<file path=ppt/tags/tag13.xml><?xml version="1.0" encoding="utf-8"?>
<p:tagLst xmlns:p="http://schemas.openxmlformats.org/presentationml/2006/main">
  <p:tag name="KSO_WM_TEMPLATE_CATEGORY" val="preset"/>
  <p:tag name="KSO_WM_TEMPLATE_INDEX" val="202"/>
  <p:tag name="KSO_WM_SLIDE_ID" val="150995295"/>
  <p:tag name="KSO_WM_SLIDE_INDEX" val="48"/>
  <p:tag name="KSO_WM_SLIDE_ITEM_CNT" val="1"/>
  <p:tag name="KSO_WM_SLIDE_LAYOUT" val="f"/>
  <p:tag name="KSO_WM_SLIDE_LAYOUT_CNT" val="1"/>
  <p:tag name="KSO_WM_SLIDE_TYPE" val="text"/>
  <p:tag name="KSO_WM_BEAUTIFY_FLAG" val="#wm#"/>
  <p:tag name="KSO_WM_SLIDE_POSITION" val="67*59"/>
  <p:tag name="KSO_WM_SLIDE_SIZE" val="587*421"/>
  <p:tag name="KSO_WM_TAG_VERSION" val="1.0"/>
</p:tagLst>
</file>

<file path=ppt/tags/tag14.xml><?xml version="1.0" encoding="utf-8"?>
<p:tagLst xmlns:p="http://schemas.openxmlformats.org/presentationml/2006/main">
  <p:tag name="KSO_WM_TAG_VERSION" val="1.0"/>
  <p:tag name="KSO_WM_TEMPLATE_CATEGORY" val="preset"/>
  <p:tag name="KSO_WM_TEMPLATE_INDEX" val="22"/>
  <p:tag name="KSO_WM_UNIT_TYPE" val="a"/>
  <p:tag name="KSO_WM_UNIT_INDEX" val="1"/>
  <p:tag name="KSO_WM_UNIT_ID" val="259*a*1"/>
  <p:tag name="KSO_WM_UNIT_CLEAR" val="1"/>
  <p:tag name="KSO_WM_UNIT_LAYERLEVEL" val="1"/>
  <p:tag name="KSO_WM_UNIT_VALUE" val="30"/>
  <p:tag name="KSO_WM_UNIT_ISCONTENTSTITLE" val="0"/>
  <p:tag name="KSO_WM_UNIT_HIGHLIGHT" val="0"/>
  <p:tag name="KSO_WM_UNIT_COMPATIBLE" val="0"/>
  <p:tag name="KSO_WM_UNIT_PRESET_TEXT" val=""/>
  <p:tag name="KSO_WM_BEAUTIFY_FLAG" val="#wm#"/>
</p:tagLst>
</file>

<file path=ppt/tags/tag15.xml><?xml version="1.0" encoding="utf-8"?>
<p:tagLst xmlns:p="http://schemas.openxmlformats.org/presentationml/2006/main">
  <p:tag name="KSO_WM_TAG_VERSION" val="1.0"/>
  <p:tag name="KSO_WM_TEMPLATE_CATEGORY" val="preset"/>
  <p:tag name="KSO_WM_TEMPLATE_INDEX" val="22"/>
  <p:tag name="KSO_WM_UNIT_TYPE" val="f"/>
  <p:tag name="KSO_WM_UNIT_INDEX" val="1"/>
  <p:tag name="KSO_WM_UNIT_ID" val="259*f*1"/>
  <p:tag name="KSO_WM_UNIT_CLEAR" val="1"/>
  <p:tag name="KSO_WM_UNIT_LAYERLEVEL" val="1"/>
  <p:tag name="KSO_WM_UNIT_VALUE" val="231"/>
  <p:tag name="KSO_WM_UNIT_HIGHLIGHT" val="0"/>
  <p:tag name="KSO_WM_UNIT_COMPATIBLE" val="0"/>
  <p:tag name="KSO_WM_UNIT_PRESET_TEXT" val=""/>
  <p:tag name="KSO_WM_BEAUTIFY_FLAG" val="#wm#"/>
</p:tagLst>
</file>

<file path=ppt/tags/tag16.xml><?xml version="1.0" encoding="utf-8"?>
<p:tagLst xmlns:p="http://schemas.openxmlformats.org/presentationml/2006/main">
  <p:tag name="KSO_WM_TEMPLATE_CATEGORY" val="preset"/>
  <p:tag name="KSO_WM_TEMPLATE_INDEX" val="22"/>
  <p:tag name="KSO_WM_TAG_VERSION" val="1.0"/>
  <p:tag name="KSO_WM_SLIDE_ID" val="preset22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50*144"/>
  <p:tag name="KSO_WM_SLIDE_SIZE" val="621*343"/>
</p:tagLst>
</file>

<file path=ppt/tags/tag17.xml><?xml version="1.0" encoding="utf-8"?>
<p:tagLst xmlns:p="http://schemas.openxmlformats.org/presentationml/2006/main">
  <p:tag name="KSO_WM_TAG_VERSION" val="1.0"/>
  <p:tag name="KSO_WM_TEMPLATE_CATEGORY" val="preset"/>
  <p:tag name="KSO_WM_TEMPLATE_INDEX" val="22"/>
  <p:tag name="KSO_WM_UNIT_TYPE" val="a"/>
  <p:tag name="KSO_WM_UNIT_INDEX" val="1"/>
  <p:tag name="KSO_WM_UNIT_ID" val="259*a*1"/>
  <p:tag name="KSO_WM_UNIT_CLEAR" val="1"/>
  <p:tag name="KSO_WM_UNIT_LAYERLEVEL" val="1"/>
  <p:tag name="KSO_WM_UNIT_VALUE" val="30"/>
  <p:tag name="KSO_WM_UNIT_ISCONTENTSTITLE" val="0"/>
  <p:tag name="KSO_WM_UNIT_HIGHLIGHT" val="0"/>
  <p:tag name="KSO_WM_UNIT_COMPATIBLE" val="0"/>
  <p:tag name="KSO_WM_UNIT_PRESET_TEXT" val=""/>
  <p:tag name="KSO_WM_BEAUTIFY_FLAG" val="#wm#"/>
</p:tagLst>
</file>

<file path=ppt/tags/tag18.xml><?xml version="1.0" encoding="utf-8"?>
<p:tagLst xmlns:p="http://schemas.openxmlformats.org/presentationml/2006/main">
  <p:tag name="KSO_WM_TAG_VERSION" val="1.0"/>
  <p:tag name="KSO_WM_TEMPLATE_CATEGORY" val="preset"/>
  <p:tag name="KSO_WM_TEMPLATE_INDEX" val="22"/>
  <p:tag name="KSO_WM_UNIT_TYPE" val="f"/>
  <p:tag name="KSO_WM_UNIT_INDEX" val="1"/>
  <p:tag name="KSO_WM_UNIT_ID" val="259*f*1"/>
  <p:tag name="KSO_WM_UNIT_CLEAR" val="1"/>
  <p:tag name="KSO_WM_UNIT_LAYERLEVEL" val="1"/>
  <p:tag name="KSO_WM_UNIT_VALUE" val="231"/>
  <p:tag name="KSO_WM_UNIT_HIGHLIGHT" val="0"/>
  <p:tag name="KSO_WM_UNIT_COMPATIBLE" val="0"/>
  <p:tag name="KSO_WM_UNIT_PRESET_TEXT" val=""/>
  <p:tag name="KSO_WM_BEAUTIFY_FLAG" val="#wm#"/>
</p:tagLst>
</file>

<file path=ppt/tags/tag19.xml><?xml version="1.0" encoding="utf-8"?>
<p:tagLst xmlns:p="http://schemas.openxmlformats.org/presentationml/2006/main">
  <p:tag name="KSO_WM_TEMPLATE_CATEGORY" val="preset"/>
  <p:tag name="KSO_WM_TEMPLATE_INDEX" val="22"/>
  <p:tag name="KSO_WM_TAG_VERSION" val="1.0"/>
  <p:tag name="KSO_WM_SLIDE_ID" val="preset22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50*144"/>
  <p:tag name="KSO_WM_SLIDE_SIZE" val="621*343"/>
</p:tagLst>
</file>

<file path=ppt/tags/tag20.xml><?xml version="1.0" encoding="utf-8"?>
<p:tagLst xmlns:p="http://schemas.openxmlformats.org/presentationml/2006/main">
  <p:tag name="KSO_WM_TAG_VERSION" val="1.0"/>
  <p:tag name="KSO_WM_TEMPLATE_CATEGORY" val="preset"/>
  <p:tag name="KSO_WM_TEMPLATE_INDEX" val="22"/>
  <p:tag name="KSO_WM_UNIT_TYPE" val="a"/>
  <p:tag name="KSO_WM_UNIT_INDEX" val="1"/>
  <p:tag name="KSO_WM_UNIT_ID" val="259*a*1"/>
  <p:tag name="KSO_WM_UNIT_CLEAR" val="1"/>
  <p:tag name="KSO_WM_UNIT_LAYERLEVEL" val="1"/>
  <p:tag name="KSO_WM_UNIT_VALUE" val="30"/>
  <p:tag name="KSO_WM_UNIT_ISCONTENTSTITLE" val="0"/>
  <p:tag name="KSO_WM_UNIT_HIGHLIGHT" val="0"/>
  <p:tag name="KSO_WM_UNIT_COMPATIBLE" val="0"/>
  <p:tag name="KSO_WM_UNIT_PRESET_TEXT" val=""/>
  <p:tag name="KSO_WM_BEAUTIFY_FLAG" val="#wm#"/>
</p:tagLst>
</file>

<file path=ppt/tags/tag21.xml><?xml version="1.0" encoding="utf-8"?>
<p:tagLst xmlns:p="http://schemas.openxmlformats.org/presentationml/2006/main">
  <p:tag name="KSO_WM_TAG_VERSION" val="1.0"/>
  <p:tag name="KSO_WM_TEMPLATE_CATEGORY" val="preset"/>
  <p:tag name="KSO_WM_TEMPLATE_INDEX" val="22"/>
  <p:tag name="KSO_WM_UNIT_TYPE" val="f"/>
  <p:tag name="KSO_WM_UNIT_INDEX" val="1"/>
  <p:tag name="KSO_WM_UNIT_ID" val="259*f*1"/>
  <p:tag name="KSO_WM_UNIT_CLEAR" val="1"/>
  <p:tag name="KSO_WM_UNIT_LAYERLEVEL" val="1"/>
  <p:tag name="KSO_WM_UNIT_VALUE" val="231"/>
  <p:tag name="KSO_WM_UNIT_HIGHLIGHT" val="0"/>
  <p:tag name="KSO_WM_UNIT_COMPATIBLE" val="0"/>
  <p:tag name="KSO_WM_UNIT_PRESET_TEXT" val=""/>
  <p:tag name="KSO_WM_BEAUTIFY_FLAG" val="#wm#"/>
</p:tagLst>
</file>

<file path=ppt/tags/tag22.xml><?xml version="1.0" encoding="utf-8"?>
<p:tagLst xmlns:p="http://schemas.openxmlformats.org/presentationml/2006/main">
  <p:tag name="KSO_WM_TEMPLATE_CATEGORY" val="preset"/>
  <p:tag name="KSO_WM_TEMPLATE_INDEX" val="22"/>
  <p:tag name="KSO_WM_TAG_VERSION" val="1.0"/>
  <p:tag name="KSO_WM_SLIDE_ID" val="preset22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50*144"/>
  <p:tag name="KSO_WM_SLIDE_SIZE" val="621*343"/>
</p:tagLst>
</file>

<file path=ppt/tags/tag23.xml><?xml version="1.0" encoding="utf-8"?>
<p:tagLst xmlns:p="http://schemas.openxmlformats.org/presentationml/2006/main">
  <p:tag name="KSO_WM_TAG_VERSION" val="1.0"/>
  <p:tag name="KSO_WM_TEMPLATE_CATEGORY" val="preset"/>
  <p:tag name="KSO_WM_TEMPLATE_INDEX" val="22"/>
  <p:tag name="KSO_WM_UNIT_TYPE" val="a"/>
  <p:tag name="KSO_WM_UNIT_INDEX" val="1"/>
  <p:tag name="KSO_WM_UNIT_ID" val="263*a*1"/>
  <p:tag name="KSO_WM_UNIT_CLEAR" val="1"/>
  <p:tag name="KSO_WM_UNIT_LAYERLEVEL" val="1"/>
  <p:tag name="KSO_WM_UNIT_VALUE" val="39"/>
  <p:tag name="KSO_WM_UNIT_ISCONTENTSTITLE" val="0"/>
  <p:tag name="KSO_WM_UNIT_HIGHLIGHT" val="0"/>
  <p:tag name="KSO_WM_UNIT_COMPATIBLE" val="0"/>
  <p:tag name="KSO_WM_UNIT_PRESET_TEXT" val=""/>
  <p:tag name="KSO_WM_BEAUTIFY_FLAG" val="#wm#"/>
</p:tagLst>
</file>

<file path=ppt/tags/tag24.xml><?xml version="1.0" encoding="utf-8"?>
<p:tagLst xmlns:p="http://schemas.openxmlformats.org/presentationml/2006/main">
  <p:tag name="KSO_WM_TEMPLATE_CATEGORY" val="preset"/>
  <p:tag name="KSO_WM_TEMPLATE_INDEX" val="22"/>
  <p:tag name="KSO_WM_TAG_VERSION" val="1.0"/>
  <p:tag name="KSO_WM_SLIDE_ID" val="preset22_3"/>
  <p:tag name="KSO_WM_SLIDE_INDEX" val="3"/>
  <p:tag name="KSO_WM_SLIDE_ITEM_CNT" val="2"/>
  <p:tag name="KSO_WM_SLIDE_LAYOUT" val="a_b"/>
  <p:tag name="KSO_WM_SLIDE_LAYOUT_CNT" val="1_1"/>
  <p:tag name="KSO_WM_SLIDE_TYPE" val="sectionTitle"/>
  <p:tag name="KSO_WM_BEAUTIFY_FLAG" val="#wm#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全屏显示(4:3)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Arial</vt:lpstr>
      <vt:lpstr>SimSun</vt:lpstr>
      <vt:lpstr>Wingdings</vt:lpstr>
      <vt:lpstr>宋体</vt:lpstr>
      <vt:lpstr>Default Design</vt:lpstr>
      <vt:lpstr>PowerPoint 演示文稿</vt:lpstr>
      <vt:lpstr>HealthConnect Clinic Experience Lab</vt:lpstr>
      <vt:lpstr> Findings,Testing and Refinement </vt:lpstr>
      <vt:lpstr>PowerPoint 演示文稿</vt:lpstr>
      <vt:lpstr>Recommendations &amp; Analytical Limitation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Bashirat Yetunde</dc:creator>
  <cp:lastModifiedBy>iPhone</cp:lastModifiedBy>
  <cp:revision>5</cp:revision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3081-26.8.0</vt:lpwstr>
  </property>
  <property fmtid="{D5CDD505-2E9C-101B-9397-08002B2CF9AE}" pid="3" name="ICV">
    <vt:lpwstr>E8A3E2D87C11B3BA5ED0B86A2DAD8EE3_31</vt:lpwstr>
  </property>
</Properties>
</file>